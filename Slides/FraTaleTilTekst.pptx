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14" r:id="rId1"/>
  </p:sldMasterIdLst>
  <p:notesMasterIdLst>
    <p:notesMasterId r:id="rId13"/>
  </p:notesMasterIdLst>
  <p:handoutMasterIdLst>
    <p:handoutMasterId r:id="rId14"/>
  </p:handoutMasterIdLst>
  <p:sldIdLst>
    <p:sldId id="262" r:id="rId2"/>
    <p:sldId id="267" r:id="rId3"/>
    <p:sldId id="265" r:id="rId4"/>
    <p:sldId id="275" r:id="rId5"/>
    <p:sldId id="264" r:id="rId6"/>
    <p:sldId id="269" r:id="rId7"/>
    <p:sldId id="273" r:id="rId8"/>
    <p:sldId id="271" r:id="rId9"/>
    <p:sldId id="268" r:id="rId10"/>
    <p:sldId id="277" r:id="rId11"/>
    <p:sldId id="27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33">
          <p15:clr>
            <a:srgbClr val="A4A3A4"/>
          </p15:clr>
        </p15:guide>
        <p15:guide id="2" orient="horz" pos="416">
          <p15:clr>
            <a:srgbClr val="A4A3A4"/>
          </p15:clr>
        </p15:guide>
        <p15:guide id="3" orient="horz" pos="1362">
          <p15:clr>
            <a:srgbClr val="A4A3A4"/>
          </p15:clr>
        </p15:guide>
        <p15:guide id="4" orient="horz" pos="1770">
          <p15:clr>
            <a:srgbClr val="A4A3A4"/>
          </p15:clr>
        </p15:guide>
        <p15:guide id="5" orient="horz" pos="3776">
          <p15:clr>
            <a:srgbClr val="A4A3A4"/>
          </p15:clr>
        </p15:guide>
        <p15:guide id="6" pos="456">
          <p15:clr>
            <a:srgbClr val="A4A3A4"/>
          </p15:clr>
        </p15:guide>
        <p15:guide id="7" pos="7224">
          <p15:clr>
            <a:srgbClr val="A4A3A4"/>
          </p15:clr>
        </p15:guide>
        <p15:guide id="8" pos="3739">
          <p15:clr>
            <a:srgbClr val="A4A3A4"/>
          </p15:clr>
        </p15:guide>
        <p15:guide id="9" pos="3946">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A3871E"/>
    <a:srgbClr val="001F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4" autoAdjust="0"/>
    <p:restoredTop sz="94660"/>
  </p:normalViewPr>
  <p:slideViewPr>
    <p:cSldViewPr snapToGrid="0" showGuides="1">
      <p:cViewPr varScale="1">
        <p:scale>
          <a:sx n="116" d="100"/>
          <a:sy n="116" d="100"/>
        </p:scale>
        <p:origin x="108" y="444"/>
      </p:cViewPr>
      <p:guideLst>
        <p:guide orient="horz" pos="3333"/>
        <p:guide orient="horz" pos="416"/>
        <p:guide orient="horz" pos="1362"/>
        <p:guide orient="horz" pos="1770"/>
        <p:guide orient="horz" pos="3776"/>
        <p:guide pos="456"/>
        <p:guide pos="7224"/>
        <p:guide pos="3739"/>
        <p:guide pos="3946"/>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96" d="100"/>
          <a:sy n="96" d="100"/>
        </p:scale>
        <p:origin x="278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5"/>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D8382C0-1D05-4229-918E-CDD7B7E48B4A}" type="slidenum">
              <a:rPr lang="en-GB" smtClean="0"/>
              <a:t>‹nr.›</a:t>
            </a:fld>
            <a:endParaRPr lang="en-GB"/>
          </a:p>
        </p:txBody>
      </p:sp>
      <p:sp>
        <p:nvSpPr>
          <p:cNvPr id="8" name="Date Placeholder 7"/>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F6AEEE-E778-402E-8B8F-9A98AED26EB8}" type="datetimeFigureOut">
              <a:rPr lang="en-GB" smtClean="0"/>
              <a:t>04/03/2026</a:t>
            </a:fld>
            <a:endParaRPr lang="en-GB"/>
          </a:p>
        </p:txBody>
      </p:sp>
      <p:sp>
        <p:nvSpPr>
          <p:cNvPr id="9" name="Header Placeholder 8"/>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Tree>
    <p:extLst>
      <p:ext uri="{BB962C8B-B14F-4D97-AF65-F5344CB8AC3E}">
        <p14:creationId xmlns:p14="http://schemas.microsoft.com/office/powerpoint/2010/main" val="13947997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Notes Placeholder 7"/>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Date Placeholder 8"/>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86E511-D742-4EFE-90B5-C9FC42762E0F}" type="datetimeFigureOut">
              <a:rPr lang="en-GB" smtClean="0"/>
              <a:t>04/03/2026</a:t>
            </a:fld>
            <a:endParaRPr lang="en-GB"/>
          </a:p>
        </p:txBody>
      </p:sp>
      <p:sp>
        <p:nvSpPr>
          <p:cNvPr id="10" name="Slide Number Placeholder 9"/>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6CFAD1-D197-4A88-B173-A6412E995EE5}" type="slidenum">
              <a:rPr lang="en-GB" smtClean="0"/>
              <a:t>‹nr.›</a:t>
            </a:fld>
            <a:endParaRPr lang="en-GB"/>
          </a:p>
        </p:txBody>
      </p:sp>
      <p:sp>
        <p:nvSpPr>
          <p:cNvPr id="11" name="Footer Placeholder 10"/>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12" name="Slide Image Placeholder 11"/>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13" name="Header Placeholder 12"/>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Tree>
    <p:extLst>
      <p:ext uri="{BB962C8B-B14F-4D97-AF65-F5344CB8AC3E}">
        <p14:creationId xmlns:p14="http://schemas.microsoft.com/office/powerpoint/2010/main" val="1200601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Forside I">
    <p:bg>
      <p:bgPr>
        <a:solidFill>
          <a:srgbClr val="001F6A"/>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19138" y="654050"/>
            <a:ext cx="5213662" cy="1721087"/>
          </a:xfrm>
        </p:spPr>
        <p:txBody>
          <a:bodyPr anchor="t" anchorCtr="0"/>
          <a:lstStyle>
            <a:lvl1pPr algn="l">
              <a:defRPr sz="6500">
                <a:solidFill>
                  <a:schemeClr val="bg1"/>
                </a:solidFill>
              </a:defRPr>
            </a:lvl1pPr>
          </a:lstStyle>
          <a:p>
            <a:r>
              <a:rPr lang="da-DK" smtClean="0"/>
              <a:t>Klik for at redigere i master</a:t>
            </a:r>
            <a:endParaRPr lang="da-DK" dirty="0"/>
          </a:p>
        </p:txBody>
      </p:sp>
      <p:sp>
        <p:nvSpPr>
          <p:cNvPr id="3" name="Subtitle 2"/>
          <p:cNvSpPr>
            <a:spLocks noGrp="1"/>
          </p:cNvSpPr>
          <p:nvPr>
            <p:ph type="subTitle" idx="1" hasCustomPrompt="1"/>
          </p:nvPr>
        </p:nvSpPr>
        <p:spPr>
          <a:xfrm>
            <a:off x="720000" y="2432121"/>
            <a:ext cx="5212800" cy="900000"/>
          </a:xfrm>
        </p:spPr>
        <p:txBody>
          <a:bodyPr/>
          <a:lstStyle>
            <a:lvl1pPr marL="0" indent="0" algn="l">
              <a:lnSpc>
                <a:spcPct val="100000"/>
              </a:lnSpc>
              <a:spcBef>
                <a:spcPts val="0"/>
              </a:spcBef>
              <a:buFont typeface="Arial" panose="020B0604020202020204" pitchFamily="34" charset="0"/>
              <a:buChar char="​"/>
              <a:defRPr sz="2500" baseline="0">
                <a:solidFill>
                  <a:schemeClr val="bg1"/>
                </a:solidFill>
              </a:defRPr>
            </a:lvl1pPr>
            <a:lvl2pPr marL="800100" indent="-342900" algn="l">
              <a:buFont typeface="Arial" panose="020B0604020202020204" pitchFamily="34" charset="0"/>
              <a:buChar char="•"/>
              <a:defRPr sz="2000"/>
            </a:lvl2pPr>
            <a:lvl3pPr marL="1200150" indent="-285750" algn="l">
              <a:buFont typeface="Arial" panose="020B0604020202020204" pitchFamily="34" charset="0"/>
              <a:buChar char="•"/>
              <a:defRPr sz="2000"/>
            </a:lvl3pPr>
            <a:lvl4pPr marL="1657350" indent="-285750" algn="l">
              <a:buFont typeface="Arial" panose="020B0604020202020204" pitchFamily="34" charset="0"/>
              <a:buChar char="•"/>
              <a:defRPr sz="2000"/>
            </a:lvl4pPr>
            <a:lvl5pPr marL="2114550" indent="-285750" algn="l">
              <a:buFont typeface="Arial" panose="020B0604020202020204" pitchFamily="34" charset="0"/>
              <a:buChar char="•"/>
              <a:defRPr sz="2000"/>
            </a:lvl5pPr>
            <a:lvl6pPr marL="2571750" indent="-285750" algn="l">
              <a:buFont typeface="Arial" panose="020B0604020202020204" pitchFamily="34" charset="0"/>
              <a:buChar char="•"/>
              <a:defRPr sz="2000"/>
            </a:lvl6pPr>
            <a:lvl7pPr marL="3028950" indent="-285750" algn="l">
              <a:buFont typeface="Arial" panose="020B0604020202020204" pitchFamily="34" charset="0"/>
              <a:buChar char="•"/>
              <a:defRPr sz="2000"/>
            </a:lvl7pPr>
            <a:lvl8pPr marL="3486150" indent="-285750" algn="l">
              <a:buFont typeface="Arial" panose="020B0604020202020204" pitchFamily="34" charset="0"/>
              <a:buChar char="•"/>
              <a:defRPr sz="2000"/>
            </a:lvl8pPr>
            <a:lvl9pPr marL="3943350" indent="-285750" algn="l">
              <a:buFont typeface="Arial" panose="020B0604020202020204" pitchFamily="34" charset="0"/>
              <a:buChar char="•"/>
              <a:defRPr sz="2000"/>
            </a:lvl9pPr>
          </a:lstStyle>
          <a:p>
            <a:r>
              <a:rPr lang="da-DK" dirty="0"/>
              <a:t>Klik her for at tilføje undertitel maks. to linjer</a:t>
            </a:r>
          </a:p>
        </p:txBody>
      </p:sp>
      <p:sp>
        <p:nvSpPr>
          <p:cNvPr id="10" name="Text Placeholder 3"/>
          <p:cNvSpPr>
            <a:spLocks noGrp="1"/>
          </p:cNvSpPr>
          <p:nvPr>
            <p:ph type="body" sz="quarter" idx="13" hasCustomPrompt="1"/>
          </p:nvPr>
        </p:nvSpPr>
        <p:spPr>
          <a:xfrm>
            <a:off x="719138" y="3529061"/>
            <a:ext cx="5212800" cy="394255"/>
          </a:xfrm>
        </p:spPr>
        <p:txBody>
          <a:bodyPr anchor="b" anchorCtr="0"/>
          <a:lstStyle>
            <a:lvl1pPr marL="0" indent="0">
              <a:lnSpc>
                <a:spcPct val="106000"/>
              </a:lnSpc>
              <a:buNone/>
              <a:defRPr sz="1100" baseline="0">
                <a:solidFill>
                  <a:schemeClr val="bg1"/>
                </a:solidFill>
              </a:defRPr>
            </a:lvl1pPr>
          </a:lstStyle>
          <a:p>
            <a:pPr lvl="0"/>
            <a:r>
              <a:rPr lang="da-DK" dirty="0"/>
              <a:t>Indsæt navn og </a:t>
            </a:r>
            <a:br>
              <a:rPr lang="da-DK" dirty="0"/>
            </a:br>
            <a:r>
              <a:rPr lang="da-DK" dirty="0"/>
              <a:t>titel</a:t>
            </a:r>
          </a:p>
        </p:txBody>
      </p:sp>
      <p:sp>
        <p:nvSpPr>
          <p:cNvPr id="11" name="Text Placeholder 4"/>
          <p:cNvSpPr>
            <a:spLocks noGrp="1"/>
          </p:cNvSpPr>
          <p:nvPr>
            <p:ph type="body" sz="quarter" idx="14" hasCustomPrompt="1"/>
          </p:nvPr>
        </p:nvSpPr>
        <p:spPr>
          <a:xfrm>
            <a:off x="719139" y="4063411"/>
            <a:ext cx="5212800" cy="216795"/>
          </a:xfrm>
        </p:spPr>
        <p:txBody>
          <a:bodyPr anchor="b" anchorCtr="0"/>
          <a:lstStyle>
            <a:lvl1pPr marL="0" indent="0">
              <a:lnSpc>
                <a:spcPct val="106000"/>
              </a:lnSpc>
              <a:buNone/>
              <a:defRPr sz="1100" baseline="0">
                <a:solidFill>
                  <a:schemeClr val="bg1"/>
                </a:solidFill>
              </a:defRPr>
            </a:lvl1pPr>
          </a:lstStyle>
          <a:p>
            <a:pPr lvl="0"/>
            <a:r>
              <a:rPr lang="da-DK" dirty="0"/>
              <a:t>Indsæt location</a:t>
            </a:r>
          </a:p>
        </p:txBody>
      </p:sp>
      <p:pic>
        <p:nvPicPr>
          <p:cNvPr id="8" name="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12557" y="587088"/>
            <a:ext cx="5304569" cy="5527222"/>
          </a:xfrm>
          <a:prstGeom prst="rect">
            <a:avLst/>
          </a:prstGeom>
        </p:spPr>
      </p:pic>
      <p:sp>
        <p:nvSpPr>
          <p:cNvPr id="4" name="Date_DateCustomA"/>
          <p:cNvSpPr>
            <a:spLocks noGrp="1"/>
          </p:cNvSpPr>
          <p:nvPr>
            <p:ph type="dt" sz="half" idx="10"/>
          </p:nvPr>
        </p:nvSpPr>
        <p:spPr>
          <a:xfrm>
            <a:off x="719138" y="4277666"/>
            <a:ext cx="5212800" cy="180000"/>
          </a:xfrm>
        </p:spPr>
        <p:txBody>
          <a:bodyPr/>
          <a:lstStyle>
            <a:lvl1pPr algn="l">
              <a:defRPr>
                <a:solidFill>
                  <a:schemeClr val="bg1"/>
                </a:solidFill>
              </a:defRPr>
            </a:lvl1pPr>
          </a:lstStyle>
          <a:p>
            <a:fld id="{DCEB35B1-BC5C-4F24-B72D-591F5A33F1B4}" type="datetime5">
              <a:rPr lang="da-DK" smtClean="0"/>
              <a:pPr/>
              <a:t>marts 2026</a:t>
            </a:fld>
            <a:endParaRPr lang="da-DK" dirty="0"/>
          </a:p>
        </p:txBody>
      </p:sp>
    </p:spTree>
    <p:extLst>
      <p:ext uri="{BB962C8B-B14F-4D97-AF65-F5344CB8AC3E}">
        <p14:creationId xmlns:p14="http://schemas.microsoft.com/office/powerpoint/2010/main" val="1009866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rside II">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19138" y="655200"/>
            <a:ext cx="5213662" cy="1720800"/>
          </a:xfrm>
        </p:spPr>
        <p:txBody>
          <a:bodyPr anchor="t" anchorCtr="0"/>
          <a:lstStyle>
            <a:lvl1pPr algn="l">
              <a:defRPr sz="6500">
                <a:solidFill>
                  <a:schemeClr val="bg1"/>
                </a:solidFill>
              </a:defRPr>
            </a:lvl1pPr>
          </a:lstStyle>
          <a:p>
            <a:r>
              <a:rPr lang="da-DK" smtClean="0"/>
              <a:t>Klik for at redigere i master</a:t>
            </a:r>
            <a:endParaRPr lang="da-DK" dirty="0"/>
          </a:p>
        </p:txBody>
      </p:sp>
      <p:sp>
        <p:nvSpPr>
          <p:cNvPr id="3" name="Subtitle 2"/>
          <p:cNvSpPr>
            <a:spLocks noGrp="1"/>
          </p:cNvSpPr>
          <p:nvPr>
            <p:ph type="subTitle" idx="1" hasCustomPrompt="1"/>
          </p:nvPr>
        </p:nvSpPr>
        <p:spPr>
          <a:xfrm>
            <a:off x="720000" y="2432121"/>
            <a:ext cx="5212800" cy="900000"/>
          </a:xfrm>
        </p:spPr>
        <p:txBody>
          <a:bodyPr/>
          <a:lstStyle>
            <a:lvl1pPr marL="0" indent="0" algn="l">
              <a:lnSpc>
                <a:spcPct val="100000"/>
              </a:lnSpc>
              <a:spcBef>
                <a:spcPts val="0"/>
              </a:spcBef>
              <a:buFont typeface="Arial" panose="020B0604020202020204" pitchFamily="34" charset="0"/>
              <a:buChar char="​"/>
              <a:defRPr sz="2500">
                <a:solidFill>
                  <a:schemeClr val="bg1"/>
                </a:solidFill>
              </a:defRPr>
            </a:lvl1pPr>
            <a:lvl2pPr marL="800100" indent="-342900" algn="l">
              <a:buFont typeface="Arial" panose="020B0604020202020204" pitchFamily="34" charset="0"/>
              <a:buChar char="•"/>
              <a:defRPr sz="2000"/>
            </a:lvl2pPr>
            <a:lvl3pPr marL="1200150" indent="-285750" algn="l">
              <a:buFont typeface="Arial" panose="020B0604020202020204" pitchFamily="34" charset="0"/>
              <a:buChar char="•"/>
              <a:defRPr sz="2000"/>
            </a:lvl3pPr>
            <a:lvl4pPr marL="1657350" indent="-285750" algn="l">
              <a:buFont typeface="Arial" panose="020B0604020202020204" pitchFamily="34" charset="0"/>
              <a:buChar char="•"/>
              <a:defRPr sz="2000"/>
            </a:lvl4pPr>
            <a:lvl5pPr marL="2114550" indent="-285750" algn="l">
              <a:buFont typeface="Arial" panose="020B0604020202020204" pitchFamily="34" charset="0"/>
              <a:buChar char="•"/>
              <a:defRPr sz="2000"/>
            </a:lvl5pPr>
            <a:lvl6pPr marL="2571750" indent="-285750" algn="l">
              <a:buFont typeface="Arial" panose="020B0604020202020204" pitchFamily="34" charset="0"/>
              <a:buChar char="•"/>
              <a:defRPr sz="2000"/>
            </a:lvl6pPr>
            <a:lvl7pPr marL="3028950" indent="-285750" algn="l">
              <a:buFont typeface="Arial" panose="020B0604020202020204" pitchFamily="34" charset="0"/>
              <a:buChar char="•"/>
              <a:defRPr sz="2000"/>
            </a:lvl7pPr>
            <a:lvl8pPr marL="3486150" indent="-285750" algn="l">
              <a:buFont typeface="Arial" panose="020B0604020202020204" pitchFamily="34" charset="0"/>
              <a:buChar char="•"/>
              <a:defRPr sz="2000"/>
            </a:lvl8pPr>
            <a:lvl9pPr marL="3943350" indent="-285750" algn="l">
              <a:buFont typeface="Arial" panose="020B0604020202020204" pitchFamily="34" charset="0"/>
              <a:buChar char="•"/>
              <a:defRPr sz="2000"/>
            </a:lvl9pPr>
          </a:lstStyle>
          <a:p>
            <a:r>
              <a:rPr lang="da-DK" dirty="0"/>
              <a:t>Klik her for at tilføje undertitel maks. to linjer</a:t>
            </a:r>
          </a:p>
        </p:txBody>
      </p:sp>
      <p:sp>
        <p:nvSpPr>
          <p:cNvPr id="10" name="Text Placeholder 3"/>
          <p:cNvSpPr>
            <a:spLocks noGrp="1"/>
          </p:cNvSpPr>
          <p:nvPr>
            <p:ph type="body" sz="quarter" idx="13" hasCustomPrompt="1"/>
          </p:nvPr>
        </p:nvSpPr>
        <p:spPr>
          <a:xfrm>
            <a:off x="719138" y="3529061"/>
            <a:ext cx="5212800" cy="394255"/>
          </a:xfrm>
        </p:spPr>
        <p:txBody>
          <a:bodyPr anchor="b" anchorCtr="0"/>
          <a:lstStyle>
            <a:lvl1pPr marL="0" indent="0">
              <a:lnSpc>
                <a:spcPct val="106000"/>
              </a:lnSpc>
              <a:buNone/>
              <a:defRPr sz="1100" baseline="0">
                <a:solidFill>
                  <a:schemeClr val="bg1"/>
                </a:solidFill>
              </a:defRPr>
            </a:lvl1pPr>
          </a:lstStyle>
          <a:p>
            <a:pPr lvl="0"/>
            <a:r>
              <a:rPr lang="da-DK" dirty="0"/>
              <a:t>Indsæt navn og </a:t>
            </a:r>
            <a:br>
              <a:rPr lang="da-DK" dirty="0"/>
            </a:br>
            <a:r>
              <a:rPr lang="da-DK" dirty="0"/>
              <a:t>titel</a:t>
            </a:r>
          </a:p>
        </p:txBody>
      </p:sp>
      <p:sp>
        <p:nvSpPr>
          <p:cNvPr id="11" name="Text Placeholder 4"/>
          <p:cNvSpPr>
            <a:spLocks noGrp="1"/>
          </p:cNvSpPr>
          <p:nvPr>
            <p:ph type="body" sz="quarter" idx="14" hasCustomPrompt="1"/>
          </p:nvPr>
        </p:nvSpPr>
        <p:spPr>
          <a:xfrm>
            <a:off x="719139" y="4063411"/>
            <a:ext cx="5212800" cy="216795"/>
          </a:xfrm>
        </p:spPr>
        <p:txBody>
          <a:bodyPr anchor="b" anchorCtr="0"/>
          <a:lstStyle>
            <a:lvl1pPr marL="0" indent="0">
              <a:lnSpc>
                <a:spcPct val="106000"/>
              </a:lnSpc>
              <a:buNone/>
              <a:defRPr sz="1100" baseline="0">
                <a:solidFill>
                  <a:schemeClr val="bg1"/>
                </a:solidFill>
              </a:defRPr>
            </a:lvl1pPr>
          </a:lstStyle>
          <a:p>
            <a:pPr lvl="0"/>
            <a:r>
              <a:rPr lang="da-DK" dirty="0"/>
              <a:t>Indsæt location</a:t>
            </a:r>
          </a:p>
        </p:txBody>
      </p:sp>
      <p:sp>
        <p:nvSpPr>
          <p:cNvPr id="4" name="Date_DateCustomA"/>
          <p:cNvSpPr>
            <a:spLocks noGrp="1"/>
          </p:cNvSpPr>
          <p:nvPr>
            <p:ph type="dt" sz="half" idx="10"/>
          </p:nvPr>
        </p:nvSpPr>
        <p:spPr>
          <a:xfrm>
            <a:off x="719138" y="4277666"/>
            <a:ext cx="5212800" cy="180000"/>
          </a:xfrm>
        </p:spPr>
        <p:txBody>
          <a:bodyPr/>
          <a:lstStyle>
            <a:lvl1pPr algn="l">
              <a:defRPr>
                <a:solidFill>
                  <a:schemeClr val="bg1"/>
                </a:solidFill>
              </a:defRPr>
            </a:lvl1pPr>
          </a:lstStyle>
          <a:p>
            <a:fld id="{DCEB35B1-BC5C-4F24-B72D-591F5A33F1B4}" type="datetime5">
              <a:rPr lang="da-DK" smtClean="0"/>
              <a:pPr/>
              <a:t>marts 2026</a:t>
            </a:fld>
            <a:endParaRPr lang="da-DK" dirty="0"/>
          </a:p>
        </p:txBody>
      </p:sp>
      <p:pic>
        <p:nvPicPr>
          <p:cNvPr id="12" name="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12557" y="587088"/>
            <a:ext cx="5304569" cy="5527222"/>
          </a:xfrm>
          <a:prstGeom prst="rect">
            <a:avLst/>
          </a:prstGeom>
        </p:spPr>
      </p:pic>
    </p:spTree>
    <p:extLst>
      <p:ext uri="{BB962C8B-B14F-4D97-AF65-F5344CB8AC3E}">
        <p14:creationId xmlns:p14="http://schemas.microsoft.com/office/powerpoint/2010/main" val="1459830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orside III">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19138" y="655200"/>
            <a:ext cx="5213662" cy="1720800"/>
          </a:xfrm>
        </p:spPr>
        <p:txBody>
          <a:bodyPr anchor="t" anchorCtr="0"/>
          <a:lstStyle>
            <a:lvl1pPr algn="l">
              <a:defRPr sz="6500">
                <a:solidFill>
                  <a:schemeClr val="bg1"/>
                </a:solidFill>
              </a:defRPr>
            </a:lvl1pPr>
          </a:lstStyle>
          <a:p>
            <a:r>
              <a:rPr lang="da-DK" smtClean="0"/>
              <a:t>Klik for at redigere i master</a:t>
            </a:r>
            <a:endParaRPr lang="da-DK" dirty="0"/>
          </a:p>
        </p:txBody>
      </p:sp>
      <p:sp>
        <p:nvSpPr>
          <p:cNvPr id="3" name="Subtitle 2"/>
          <p:cNvSpPr>
            <a:spLocks noGrp="1"/>
          </p:cNvSpPr>
          <p:nvPr>
            <p:ph type="subTitle" idx="1" hasCustomPrompt="1"/>
          </p:nvPr>
        </p:nvSpPr>
        <p:spPr>
          <a:xfrm>
            <a:off x="720000" y="2432121"/>
            <a:ext cx="5212800" cy="900000"/>
          </a:xfrm>
        </p:spPr>
        <p:txBody>
          <a:bodyPr/>
          <a:lstStyle>
            <a:lvl1pPr marL="0" indent="0" algn="l">
              <a:lnSpc>
                <a:spcPct val="100000"/>
              </a:lnSpc>
              <a:spcBef>
                <a:spcPts val="0"/>
              </a:spcBef>
              <a:buFont typeface="Arial" panose="020B0604020202020204" pitchFamily="34" charset="0"/>
              <a:buChar char="​"/>
              <a:defRPr sz="2500">
                <a:solidFill>
                  <a:schemeClr val="bg1"/>
                </a:solidFill>
              </a:defRPr>
            </a:lvl1pPr>
            <a:lvl2pPr marL="800100" indent="-342900" algn="l">
              <a:buFont typeface="Arial" panose="020B0604020202020204" pitchFamily="34" charset="0"/>
              <a:buChar char="•"/>
              <a:defRPr sz="2000"/>
            </a:lvl2pPr>
            <a:lvl3pPr marL="1200150" indent="-285750" algn="l">
              <a:buFont typeface="Arial" panose="020B0604020202020204" pitchFamily="34" charset="0"/>
              <a:buChar char="•"/>
              <a:defRPr sz="2000"/>
            </a:lvl3pPr>
            <a:lvl4pPr marL="1657350" indent="-285750" algn="l">
              <a:buFont typeface="Arial" panose="020B0604020202020204" pitchFamily="34" charset="0"/>
              <a:buChar char="•"/>
              <a:defRPr sz="2000"/>
            </a:lvl4pPr>
            <a:lvl5pPr marL="2114550" indent="-285750" algn="l">
              <a:buFont typeface="Arial" panose="020B0604020202020204" pitchFamily="34" charset="0"/>
              <a:buChar char="•"/>
              <a:defRPr sz="2000"/>
            </a:lvl5pPr>
            <a:lvl6pPr marL="2571750" indent="-285750" algn="l">
              <a:buFont typeface="Arial" panose="020B0604020202020204" pitchFamily="34" charset="0"/>
              <a:buChar char="•"/>
              <a:defRPr sz="2000"/>
            </a:lvl6pPr>
            <a:lvl7pPr marL="3028950" indent="-285750" algn="l">
              <a:buFont typeface="Arial" panose="020B0604020202020204" pitchFamily="34" charset="0"/>
              <a:buChar char="•"/>
              <a:defRPr sz="2000"/>
            </a:lvl7pPr>
            <a:lvl8pPr marL="3486150" indent="-285750" algn="l">
              <a:buFont typeface="Arial" panose="020B0604020202020204" pitchFamily="34" charset="0"/>
              <a:buChar char="•"/>
              <a:defRPr sz="2000"/>
            </a:lvl8pPr>
            <a:lvl9pPr marL="3943350" indent="-285750" algn="l">
              <a:buFont typeface="Arial" panose="020B0604020202020204" pitchFamily="34" charset="0"/>
              <a:buChar char="•"/>
              <a:defRPr sz="2000"/>
            </a:lvl9pPr>
          </a:lstStyle>
          <a:p>
            <a:r>
              <a:rPr lang="da-DK" dirty="0"/>
              <a:t>Klik her for at tilføje undertitel maks. to linjer</a:t>
            </a:r>
          </a:p>
        </p:txBody>
      </p:sp>
      <p:sp>
        <p:nvSpPr>
          <p:cNvPr id="10" name="Text Placeholder 3"/>
          <p:cNvSpPr>
            <a:spLocks noGrp="1"/>
          </p:cNvSpPr>
          <p:nvPr>
            <p:ph type="body" sz="quarter" idx="13" hasCustomPrompt="1"/>
          </p:nvPr>
        </p:nvSpPr>
        <p:spPr>
          <a:xfrm>
            <a:off x="719138" y="3529061"/>
            <a:ext cx="5212800" cy="394255"/>
          </a:xfrm>
        </p:spPr>
        <p:txBody>
          <a:bodyPr anchor="b" anchorCtr="0"/>
          <a:lstStyle>
            <a:lvl1pPr marL="0" indent="0">
              <a:lnSpc>
                <a:spcPct val="106000"/>
              </a:lnSpc>
              <a:buNone/>
              <a:defRPr sz="1100" baseline="0">
                <a:solidFill>
                  <a:schemeClr val="bg1"/>
                </a:solidFill>
              </a:defRPr>
            </a:lvl1pPr>
          </a:lstStyle>
          <a:p>
            <a:pPr lvl="0"/>
            <a:r>
              <a:rPr lang="da-DK" dirty="0"/>
              <a:t>Indsæt navn og </a:t>
            </a:r>
            <a:br>
              <a:rPr lang="da-DK" dirty="0"/>
            </a:br>
            <a:r>
              <a:rPr lang="da-DK" dirty="0"/>
              <a:t>titel</a:t>
            </a:r>
          </a:p>
        </p:txBody>
      </p:sp>
      <p:sp>
        <p:nvSpPr>
          <p:cNvPr id="11" name="Text Placeholder 4"/>
          <p:cNvSpPr>
            <a:spLocks noGrp="1"/>
          </p:cNvSpPr>
          <p:nvPr>
            <p:ph type="body" sz="quarter" idx="14" hasCustomPrompt="1"/>
          </p:nvPr>
        </p:nvSpPr>
        <p:spPr>
          <a:xfrm>
            <a:off x="719139" y="4063411"/>
            <a:ext cx="5212800" cy="216795"/>
          </a:xfrm>
        </p:spPr>
        <p:txBody>
          <a:bodyPr anchor="b" anchorCtr="0"/>
          <a:lstStyle>
            <a:lvl1pPr marL="0" indent="0">
              <a:lnSpc>
                <a:spcPct val="106000"/>
              </a:lnSpc>
              <a:buNone/>
              <a:defRPr sz="1100" baseline="0">
                <a:solidFill>
                  <a:schemeClr val="bg1"/>
                </a:solidFill>
              </a:defRPr>
            </a:lvl1pPr>
          </a:lstStyle>
          <a:p>
            <a:pPr lvl="0"/>
            <a:r>
              <a:rPr lang="da-DK" dirty="0"/>
              <a:t>Indsæt location</a:t>
            </a:r>
          </a:p>
        </p:txBody>
      </p:sp>
      <p:sp>
        <p:nvSpPr>
          <p:cNvPr id="4" name="Date_DateCustomA"/>
          <p:cNvSpPr>
            <a:spLocks noGrp="1"/>
          </p:cNvSpPr>
          <p:nvPr>
            <p:ph type="dt" sz="half" idx="10"/>
          </p:nvPr>
        </p:nvSpPr>
        <p:spPr>
          <a:xfrm>
            <a:off x="719138" y="4277666"/>
            <a:ext cx="5212800" cy="180000"/>
          </a:xfrm>
        </p:spPr>
        <p:txBody>
          <a:bodyPr/>
          <a:lstStyle>
            <a:lvl1pPr algn="l">
              <a:defRPr>
                <a:solidFill>
                  <a:schemeClr val="bg1"/>
                </a:solidFill>
              </a:defRPr>
            </a:lvl1pPr>
          </a:lstStyle>
          <a:p>
            <a:fld id="{DCEB35B1-BC5C-4F24-B72D-591F5A33F1B4}" type="datetime5">
              <a:rPr lang="da-DK" smtClean="0"/>
              <a:pPr/>
              <a:t>marts 2026</a:t>
            </a:fld>
            <a:endParaRPr lang="da-DK" dirty="0"/>
          </a:p>
        </p:txBody>
      </p:sp>
      <p:pic>
        <p:nvPicPr>
          <p:cNvPr id="12" name="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12557" y="587088"/>
            <a:ext cx="5304569" cy="5527222"/>
          </a:xfrm>
          <a:prstGeom prst="rect">
            <a:avLst/>
          </a:prstGeom>
        </p:spPr>
      </p:pic>
    </p:spTree>
    <p:extLst>
      <p:ext uri="{BB962C8B-B14F-4D97-AF65-F5344CB8AC3E}">
        <p14:creationId xmlns:p14="http://schemas.microsoft.com/office/powerpoint/2010/main" val="1153620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Forside med billede">
    <p:bg>
      <p:bgPr>
        <a:solidFill>
          <a:schemeClr val="tx1"/>
        </a:solidFill>
        <a:effectLst/>
      </p:bgPr>
    </p:bg>
    <p:spTree>
      <p:nvGrpSpPr>
        <p:cNvPr id="1" name=""/>
        <p:cNvGrpSpPr/>
        <p:nvPr/>
      </p:nvGrpSpPr>
      <p:grpSpPr>
        <a:xfrm>
          <a:off x="0" y="0"/>
          <a:ext cx="0" cy="0"/>
          <a:chOff x="0" y="0"/>
          <a:chExt cx="0" cy="0"/>
        </a:xfrm>
      </p:grpSpPr>
      <p:sp>
        <p:nvSpPr>
          <p:cNvPr id="12" name="Picture Placeholder 6"/>
          <p:cNvSpPr>
            <a:spLocks noGrp="1"/>
          </p:cNvSpPr>
          <p:nvPr>
            <p:ph type="pic" sz="quarter" idx="15"/>
          </p:nvPr>
        </p:nvSpPr>
        <p:spPr>
          <a:xfrm>
            <a:off x="0" y="0"/>
            <a:ext cx="12193200" cy="6861600"/>
          </a:xfrm>
          <a:solidFill>
            <a:schemeClr val="bg1">
              <a:lumMod val="85000"/>
            </a:schemeClr>
          </a:solidFill>
        </p:spPr>
        <p:txBody>
          <a:bodyPr tIns="648000" anchor="ctr" anchorCtr="0"/>
          <a:lstStyle>
            <a:lvl1pPr marL="0" indent="0" algn="ctr">
              <a:buNone/>
              <a:defRPr sz="1600"/>
            </a:lvl1pPr>
          </a:lstStyle>
          <a:p>
            <a:r>
              <a:rPr lang="da-DK" noProof="0" smtClean="0"/>
              <a:t>Klik på ikonet for at tilføje et billede</a:t>
            </a:r>
            <a:endParaRPr lang="da-DK" noProof="0" dirty="0"/>
          </a:p>
        </p:txBody>
      </p:sp>
      <p:sp>
        <p:nvSpPr>
          <p:cNvPr id="13" name="Logo Placeholder 9"/>
          <p:cNvSpPr>
            <a:spLocks noGrp="1"/>
          </p:cNvSpPr>
          <p:nvPr>
            <p:ph type="body" sz="quarter" idx="16" hasCustomPrompt="1"/>
          </p:nvPr>
        </p:nvSpPr>
        <p:spPr>
          <a:xfrm>
            <a:off x="6212557" y="587088"/>
            <a:ext cx="5306400" cy="5526000"/>
          </a:xfrm>
          <a:blipFill>
            <a:blip r:embed="rId2"/>
            <a:stretch>
              <a:fillRect/>
            </a:stretch>
          </a:blipFill>
        </p:spPr>
        <p:txBody>
          <a:bodyPr/>
          <a:lstStyle>
            <a:lvl1pPr marL="0" indent="0">
              <a:buNone/>
              <a:defRPr sz="100">
                <a:noFill/>
              </a:defRPr>
            </a:lvl1pPr>
            <a:lvl2pPr>
              <a:defRPr sz="100"/>
            </a:lvl2pPr>
            <a:lvl3pPr>
              <a:defRPr sz="100"/>
            </a:lvl3pPr>
            <a:lvl4pPr>
              <a:defRPr sz="100"/>
            </a:lvl4pPr>
            <a:lvl5pPr>
              <a:defRPr sz="100"/>
            </a:lvl5pPr>
          </a:lstStyle>
          <a:p>
            <a:pPr lvl="0"/>
            <a:r>
              <a:rPr lang="da-DK" noProof="0" dirty="0"/>
              <a:t>.</a:t>
            </a:r>
          </a:p>
        </p:txBody>
      </p:sp>
      <p:sp>
        <p:nvSpPr>
          <p:cNvPr id="2" name="Title 1"/>
          <p:cNvSpPr>
            <a:spLocks noGrp="1"/>
          </p:cNvSpPr>
          <p:nvPr>
            <p:ph type="ctrTitle"/>
          </p:nvPr>
        </p:nvSpPr>
        <p:spPr>
          <a:xfrm>
            <a:off x="719138" y="655200"/>
            <a:ext cx="5212800" cy="1720800"/>
          </a:xfrm>
        </p:spPr>
        <p:txBody>
          <a:bodyPr anchor="t" anchorCtr="0"/>
          <a:lstStyle>
            <a:lvl1pPr algn="l">
              <a:defRPr sz="6500">
                <a:solidFill>
                  <a:schemeClr val="bg1"/>
                </a:solidFill>
              </a:defRPr>
            </a:lvl1pPr>
          </a:lstStyle>
          <a:p>
            <a:r>
              <a:rPr lang="da-DK" smtClean="0"/>
              <a:t>Klik for at redigere i master</a:t>
            </a:r>
            <a:endParaRPr lang="da-DK" dirty="0"/>
          </a:p>
        </p:txBody>
      </p:sp>
      <p:sp>
        <p:nvSpPr>
          <p:cNvPr id="3" name="Subtitle 2"/>
          <p:cNvSpPr>
            <a:spLocks noGrp="1"/>
          </p:cNvSpPr>
          <p:nvPr>
            <p:ph type="subTitle" idx="1" hasCustomPrompt="1"/>
          </p:nvPr>
        </p:nvSpPr>
        <p:spPr>
          <a:xfrm>
            <a:off x="720000" y="2432121"/>
            <a:ext cx="5212800" cy="900000"/>
          </a:xfrm>
        </p:spPr>
        <p:txBody>
          <a:bodyPr/>
          <a:lstStyle>
            <a:lvl1pPr marL="0" indent="0" algn="l">
              <a:lnSpc>
                <a:spcPct val="100000"/>
              </a:lnSpc>
              <a:spcBef>
                <a:spcPts val="0"/>
              </a:spcBef>
              <a:buFont typeface="Arial" panose="020B0604020202020204" pitchFamily="34" charset="0"/>
              <a:buChar char="​"/>
              <a:defRPr sz="2500">
                <a:solidFill>
                  <a:schemeClr val="bg1"/>
                </a:solidFill>
              </a:defRPr>
            </a:lvl1pPr>
            <a:lvl2pPr marL="800100" indent="-342900" algn="l">
              <a:buFont typeface="Arial" panose="020B0604020202020204" pitchFamily="34" charset="0"/>
              <a:buChar char="•"/>
              <a:defRPr sz="2000"/>
            </a:lvl2pPr>
            <a:lvl3pPr marL="1200150" indent="-285750" algn="l">
              <a:buFont typeface="Arial" panose="020B0604020202020204" pitchFamily="34" charset="0"/>
              <a:buChar char="•"/>
              <a:defRPr sz="2000"/>
            </a:lvl3pPr>
            <a:lvl4pPr marL="1657350" indent="-285750" algn="l">
              <a:buFont typeface="Arial" panose="020B0604020202020204" pitchFamily="34" charset="0"/>
              <a:buChar char="•"/>
              <a:defRPr sz="2000"/>
            </a:lvl4pPr>
            <a:lvl5pPr marL="2114550" indent="-285750" algn="l">
              <a:buFont typeface="Arial" panose="020B0604020202020204" pitchFamily="34" charset="0"/>
              <a:buChar char="•"/>
              <a:defRPr sz="2000"/>
            </a:lvl5pPr>
            <a:lvl6pPr marL="2571750" indent="-285750" algn="l">
              <a:buFont typeface="Arial" panose="020B0604020202020204" pitchFamily="34" charset="0"/>
              <a:buChar char="•"/>
              <a:defRPr sz="2000"/>
            </a:lvl6pPr>
            <a:lvl7pPr marL="3028950" indent="-285750" algn="l">
              <a:buFont typeface="Arial" panose="020B0604020202020204" pitchFamily="34" charset="0"/>
              <a:buChar char="•"/>
              <a:defRPr sz="2000"/>
            </a:lvl7pPr>
            <a:lvl8pPr marL="3486150" indent="-285750" algn="l">
              <a:buFont typeface="Arial" panose="020B0604020202020204" pitchFamily="34" charset="0"/>
              <a:buChar char="•"/>
              <a:defRPr sz="2000"/>
            </a:lvl8pPr>
            <a:lvl9pPr marL="3943350" indent="-285750" algn="l">
              <a:buFont typeface="Arial" panose="020B0604020202020204" pitchFamily="34" charset="0"/>
              <a:buChar char="•"/>
              <a:defRPr sz="2000"/>
            </a:lvl9pPr>
          </a:lstStyle>
          <a:p>
            <a:r>
              <a:rPr lang="da-DK" dirty="0"/>
              <a:t>Klik her for at tilføje undertitel maks. to linjer</a:t>
            </a:r>
          </a:p>
        </p:txBody>
      </p:sp>
      <p:sp>
        <p:nvSpPr>
          <p:cNvPr id="10" name="Text Placeholder 3"/>
          <p:cNvSpPr>
            <a:spLocks noGrp="1"/>
          </p:cNvSpPr>
          <p:nvPr>
            <p:ph type="body" sz="quarter" idx="13" hasCustomPrompt="1"/>
          </p:nvPr>
        </p:nvSpPr>
        <p:spPr>
          <a:xfrm>
            <a:off x="719138" y="3529061"/>
            <a:ext cx="5212800" cy="394255"/>
          </a:xfrm>
        </p:spPr>
        <p:txBody>
          <a:bodyPr anchor="b" anchorCtr="0"/>
          <a:lstStyle>
            <a:lvl1pPr marL="0" indent="0">
              <a:lnSpc>
                <a:spcPct val="106000"/>
              </a:lnSpc>
              <a:buNone/>
              <a:defRPr sz="1100" baseline="0">
                <a:solidFill>
                  <a:schemeClr val="bg1"/>
                </a:solidFill>
              </a:defRPr>
            </a:lvl1pPr>
          </a:lstStyle>
          <a:p>
            <a:pPr lvl="0"/>
            <a:r>
              <a:rPr lang="da-DK" dirty="0"/>
              <a:t>Indsæt navn og </a:t>
            </a:r>
            <a:br>
              <a:rPr lang="da-DK" dirty="0"/>
            </a:br>
            <a:r>
              <a:rPr lang="da-DK" dirty="0"/>
              <a:t>titel</a:t>
            </a:r>
          </a:p>
        </p:txBody>
      </p:sp>
      <p:sp>
        <p:nvSpPr>
          <p:cNvPr id="11" name="Text Placeholder 4"/>
          <p:cNvSpPr>
            <a:spLocks noGrp="1"/>
          </p:cNvSpPr>
          <p:nvPr>
            <p:ph type="body" sz="quarter" idx="14" hasCustomPrompt="1"/>
          </p:nvPr>
        </p:nvSpPr>
        <p:spPr>
          <a:xfrm>
            <a:off x="719139" y="4063411"/>
            <a:ext cx="5212800" cy="216795"/>
          </a:xfrm>
        </p:spPr>
        <p:txBody>
          <a:bodyPr anchor="b" anchorCtr="0"/>
          <a:lstStyle>
            <a:lvl1pPr marL="0" indent="0">
              <a:lnSpc>
                <a:spcPct val="106000"/>
              </a:lnSpc>
              <a:buNone/>
              <a:defRPr sz="1100" baseline="0">
                <a:solidFill>
                  <a:schemeClr val="bg1"/>
                </a:solidFill>
              </a:defRPr>
            </a:lvl1pPr>
          </a:lstStyle>
          <a:p>
            <a:pPr lvl="0"/>
            <a:r>
              <a:rPr lang="da-DK" dirty="0"/>
              <a:t>Indsæt location</a:t>
            </a:r>
          </a:p>
        </p:txBody>
      </p:sp>
      <p:sp>
        <p:nvSpPr>
          <p:cNvPr id="4" name="Date_DateCustomA"/>
          <p:cNvSpPr>
            <a:spLocks noGrp="1"/>
          </p:cNvSpPr>
          <p:nvPr>
            <p:ph type="dt" sz="half" idx="10"/>
          </p:nvPr>
        </p:nvSpPr>
        <p:spPr>
          <a:xfrm>
            <a:off x="719138" y="4277666"/>
            <a:ext cx="5212800" cy="180000"/>
          </a:xfrm>
        </p:spPr>
        <p:txBody>
          <a:bodyPr/>
          <a:lstStyle>
            <a:lvl1pPr algn="l">
              <a:defRPr>
                <a:solidFill>
                  <a:schemeClr val="bg1"/>
                </a:solidFill>
              </a:defRPr>
            </a:lvl1pPr>
          </a:lstStyle>
          <a:p>
            <a:fld id="{DCEB35B1-BC5C-4F24-B72D-591F5A33F1B4}" type="datetime5">
              <a:rPr lang="da-DK" smtClean="0"/>
              <a:pPr/>
              <a:t>marts 2026</a:t>
            </a:fld>
            <a:endParaRPr lang="da-DK" dirty="0"/>
          </a:p>
        </p:txBody>
      </p:sp>
    </p:spTree>
    <p:extLst>
      <p:ext uri="{BB962C8B-B14F-4D97-AF65-F5344CB8AC3E}">
        <p14:creationId xmlns:p14="http://schemas.microsoft.com/office/powerpoint/2010/main" val="2503099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og tekst">
    <p:spTree>
      <p:nvGrpSpPr>
        <p:cNvPr id="1" name=""/>
        <p:cNvGrpSpPr/>
        <p:nvPr/>
      </p:nvGrpSpPr>
      <p:grpSpPr>
        <a:xfrm>
          <a:off x="0" y="0"/>
          <a:ext cx="0" cy="0"/>
          <a:chOff x="0" y="0"/>
          <a:chExt cx="0" cy="0"/>
        </a:xfrm>
      </p:grpSpPr>
      <p:sp>
        <p:nvSpPr>
          <p:cNvPr id="2" name="Title 1"/>
          <p:cNvSpPr>
            <a:spLocks noGrp="1"/>
          </p:cNvSpPr>
          <p:nvPr>
            <p:ph type="title"/>
          </p:nvPr>
        </p:nvSpPr>
        <p:spPr>
          <a:xfrm>
            <a:off x="719138" y="655604"/>
            <a:ext cx="6840537" cy="1504666"/>
          </a:xfrm>
        </p:spPr>
        <p:txBody>
          <a:bodyPr/>
          <a:lstStyle/>
          <a:p>
            <a:r>
              <a:rPr lang="da-DK" noProof="0" smtClean="0"/>
              <a:t>Klik for at redigere i master</a:t>
            </a:r>
            <a:endParaRPr lang="da-DK" noProof="0" dirty="0"/>
          </a:p>
        </p:txBody>
      </p:sp>
      <p:sp>
        <p:nvSpPr>
          <p:cNvPr id="9" name="Text Placeholder 8"/>
          <p:cNvSpPr>
            <a:spLocks noGrp="1"/>
          </p:cNvSpPr>
          <p:nvPr>
            <p:ph type="body" sz="quarter" idx="13"/>
          </p:nvPr>
        </p:nvSpPr>
        <p:spPr>
          <a:xfrm>
            <a:off x="719138" y="2800800"/>
            <a:ext cx="6840000" cy="2484000"/>
          </a:xfrm>
        </p:spPr>
        <p:txBody>
          <a:bodyPr/>
          <a:lstStyle/>
          <a:p>
            <a:pPr lvl="0"/>
            <a:r>
              <a:rPr lang="da-DK" smtClean="0"/>
              <a:t>Rediger typografien i masterens</a:t>
            </a:r>
          </a:p>
          <a:p>
            <a:pPr lvl="1"/>
            <a:r>
              <a:rPr lang="da-DK" smtClean="0"/>
              <a:t>Andet niveau</a:t>
            </a:r>
          </a:p>
          <a:p>
            <a:pPr lvl="2"/>
            <a:r>
              <a:rPr lang="da-DK" smtClean="0"/>
              <a:t>Tredje niveau</a:t>
            </a:r>
          </a:p>
          <a:p>
            <a:pPr lvl="3"/>
            <a:r>
              <a:rPr lang="da-DK" smtClean="0"/>
              <a:t>Fjerde niveau</a:t>
            </a:r>
          </a:p>
          <a:p>
            <a:pPr lvl="4"/>
            <a:r>
              <a:rPr lang="da-DK" smtClean="0"/>
              <a:t>Femte niveau</a:t>
            </a:r>
            <a:endParaRPr lang="da-DK" dirty="0"/>
          </a:p>
        </p:txBody>
      </p:sp>
      <p:sp>
        <p:nvSpPr>
          <p:cNvPr id="3" name="Pladsholder til dato 2"/>
          <p:cNvSpPr>
            <a:spLocks noGrp="1"/>
          </p:cNvSpPr>
          <p:nvPr>
            <p:ph type="dt" sz="half" idx="14"/>
          </p:nvPr>
        </p:nvSpPr>
        <p:spPr/>
        <p:txBody>
          <a:bodyPr/>
          <a:lstStyle/>
          <a:p>
            <a:fld id="{D975665A-61CB-4DAB-8750-5B97BD1810B6}" type="datetime5">
              <a:rPr lang="da-DK" smtClean="0"/>
              <a:pPr/>
              <a:t>marts 2026</a:t>
            </a:fld>
            <a:endParaRPr lang="da-DK" dirty="0"/>
          </a:p>
        </p:txBody>
      </p:sp>
    </p:spTree>
    <p:extLst>
      <p:ext uri="{BB962C8B-B14F-4D97-AF65-F5344CB8AC3E}">
        <p14:creationId xmlns:p14="http://schemas.microsoft.com/office/powerpoint/2010/main" val="1716251642"/>
      </p:ext>
    </p:extLst>
  </p:cSld>
  <p:clrMapOvr>
    <a:masterClrMapping/>
  </p:clrMapOvr>
  <p:extLst mod="1">
    <p:ext uri="{DCECCB84-F9BA-43D5-87BE-67443E8EF086}">
      <p15:sldGuideLst xmlns:p15="http://schemas.microsoft.com/office/powerpoint/2012/main">
        <p15:guide id="1" pos="4762" userDrawn="1">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kst og faktaboks">
    <p:spTree>
      <p:nvGrpSpPr>
        <p:cNvPr id="1" name=""/>
        <p:cNvGrpSpPr/>
        <p:nvPr/>
      </p:nvGrpSpPr>
      <p:grpSpPr>
        <a:xfrm>
          <a:off x="0" y="0"/>
          <a:ext cx="0" cy="0"/>
          <a:chOff x="0" y="0"/>
          <a:chExt cx="0" cy="0"/>
        </a:xfrm>
      </p:grpSpPr>
      <p:sp>
        <p:nvSpPr>
          <p:cNvPr id="2" name="Title 1"/>
          <p:cNvSpPr>
            <a:spLocks noGrp="1"/>
          </p:cNvSpPr>
          <p:nvPr>
            <p:ph type="title"/>
          </p:nvPr>
        </p:nvSpPr>
        <p:spPr>
          <a:xfrm>
            <a:off x="719138" y="655604"/>
            <a:ext cx="5213661" cy="1504666"/>
          </a:xfrm>
        </p:spPr>
        <p:txBody>
          <a:bodyPr/>
          <a:lstStyle/>
          <a:p>
            <a:r>
              <a:rPr lang="da-DK" smtClean="0"/>
              <a:t>Klik for at redigere i master</a:t>
            </a:r>
            <a:endParaRPr lang="da-DK" dirty="0"/>
          </a:p>
        </p:txBody>
      </p:sp>
      <p:sp>
        <p:nvSpPr>
          <p:cNvPr id="9" name="Text Placeholder 8"/>
          <p:cNvSpPr>
            <a:spLocks noGrp="1"/>
          </p:cNvSpPr>
          <p:nvPr>
            <p:ph type="body" sz="quarter" idx="13"/>
          </p:nvPr>
        </p:nvSpPr>
        <p:spPr>
          <a:xfrm>
            <a:off x="719138" y="2800350"/>
            <a:ext cx="5213661" cy="2484438"/>
          </a:xfrm>
        </p:spPr>
        <p:txBody>
          <a:bodyPr/>
          <a:lstStyle>
            <a:lvl1pPr>
              <a:defRPr lang="en-US" smtClean="0"/>
            </a:lvl1pPr>
            <a:lvl2pPr>
              <a:defRPr lang="en-US" smtClean="0"/>
            </a:lvl2pPr>
            <a:lvl3pPr>
              <a:defRPr lang="en-US" smtClean="0"/>
            </a:lvl3pPr>
            <a:lvl4pPr>
              <a:defRPr lang="en-US" smtClean="0"/>
            </a:lvl4pPr>
            <a:lvl5pPr>
              <a:defRPr lang="en-GB"/>
            </a:lvl5pPr>
          </a:lstStyle>
          <a:p>
            <a:pPr lvl="0"/>
            <a:r>
              <a:rPr lang="da-DK" smtClean="0"/>
              <a:t>Rediger typografien i masterens</a:t>
            </a:r>
          </a:p>
          <a:p>
            <a:pPr lvl="1"/>
            <a:r>
              <a:rPr lang="da-DK" smtClean="0"/>
              <a:t>Andet niveau</a:t>
            </a:r>
          </a:p>
          <a:p>
            <a:pPr lvl="2"/>
            <a:r>
              <a:rPr lang="da-DK" smtClean="0"/>
              <a:t>Tredje niveau</a:t>
            </a:r>
          </a:p>
          <a:p>
            <a:pPr lvl="3"/>
            <a:r>
              <a:rPr lang="da-DK" smtClean="0"/>
              <a:t>Fjerde niveau</a:t>
            </a:r>
          </a:p>
          <a:p>
            <a:pPr lvl="4"/>
            <a:r>
              <a:rPr lang="da-DK" smtClean="0"/>
              <a:t>Femte niveau</a:t>
            </a:r>
            <a:endParaRPr lang="da-DK" dirty="0"/>
          </a:p>
        </p:txBody>
      </p:sp>
      <p:cxnSp>
        <p:nvCxnSpPr>
          <p:cNvPr id="11" name="Straight Connector 10"/>
          <p:cNvCxnSpPr/>
          <p:nvPr userDrawn="1"/>
        </p:nvCxnSpPr>
        <p:spPr>
          <a:xfrm>
            <a:off x="6260400" y="2894214"/>
            <a:ext cx="5212800" cy="0"/>
          </a:xfrm>
          <a:prstGeom prst="line">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4"/>
          </p:nvPr>
        </p:nvSpPr>
        <p:spPr>
          <a:xfrm>
            <a:off x="6261100" y="3135407"/>
            <a:ext cx="5207000" cy="2149382"/>
          </a:xfrm>
        </p:spPr>
        <p:txBody>
          <a:bodyPr/>
          <a:lstStyle>
            <a:lvl1pPr marL="0" indent="0">
              <a:lnSpc>
                <a:spcPct val="97000"/>
              </a:lnSpc>
              <a:buFont typeface="Times New Roman" panose="02020603050405020304" pitchFamily="18" charset="0"/>
              <a:buChar char="​"/>
              <a:defRPr sz="1500" b="1">
                <a:latin typeface="+mj-lt"/>
              </a:defRPr>
            </a:lvl1pPr>
            <a:lvl2pPr marL="0" indent="0">
              <a:lnSpc>
                <a:spcPct val="97000"/>
              </a:lnSpc>
              <a:buFont typeface="Times New Roman" panose="02020603050405020304" pitchFamily="18" charset="0"/>
              <a:buChar char="​"/>
              <a:defRPr sz="1500">
                <a:latin typeface="+mj-lt"/>
              </a:defRPr>
            </a:lvl2pPr>
            <a:lvl3pPr marL="0" indent="0">
              <a:lnSpc>
                <a:spcPct val="97000"/>
              </a:lnSpc>
              <a:buFont typeface="Times New Roman" panose="02020603050405020304" pitchFamily="18" charset="0"/>
              <a:buChar char="​"/>
              <a:defRPr sz="1500" b="0">
                <a:latin typeface="+mj-lt"/>
              </a:defRPr>
            </a:lvl3pPr>
            <a:lvl4pPr marL="0" indent="0">
              <a:lnSpc>
                <a:spcPct val="97000"/>
              </a:lnSpc>
              <a:spcBef>
                <a:spcPts val="0"/>
              </a:spcBef>
              <a:spcAft>
                <a:spcPts val="0"/>
              </a:spcAft>
              <a:buFont typeface="Times New Roman" panose="02020603050405020304" pitchFamily="18" charset="0"/>
              <a:buChar char="​"/>
              <a:defRPr sz="1500" b="0">
                <a:latin typeface="+mj-lt"/>
              </a:defRPr>
            </a:lvl4pPr>
            <a:lvl5pPr marL="0" indent="0">
              <a:lnSpc>
                <a:spcPct val="97000"/>
              </a:lnSpc>
              <a:buFont typeface="Times New Roman" panose="02020603050405020304" pitchFamily="18" charset="0"/>
              <a:buChar char="​"/>
              <a:defRPr sz="1500" b="0">
                <a:latin typeface="+mj-lt"/>
              </a:defRPr>
            </a:lvl5pPr>
            <a:lvl6pPr marL="0" indent="0">
              <a:lnSpc>
                <a:spcPct val="97000"/>
              </a:lnSpc>
              <a:buFont typeface="Arial" panose="020B0604020202020204" pitchFamily="34" charset="0"/>
              <a:buChar char="​"/>
              <a:defRPr sz="1500">
                <a:latin typeface="+mj-lt"/>
              </a:defRPr>
            </a:lvl6pPr>
            <a:lvl7pPr marL="0" indent="0">
              <a:lnSpc>
                <a:spcPct val="97000"/>
              </a:lnSpc>
              <a:buFont typeface="Arial" panose="020B0604020202020204" pitchFamily="34" charset="0"/>
              <a:buChar char="​"/>
              <a:defRPr sz="1500">
                <a:latin typeface="+mj-lt"/>
              </a:defRPr>
            </a:lvl7pPr>
            <a:lvl8pPr marL="0" indent="0">
              <a:lnSpc>
                <a:spcPct val="97000"/>
              </a:lnSpc>
              <a:buFont typeface="Arial" panose="020B0604020202020204" pitchFamily="34" charset="0"/>
              <a:buChar char="​"/>
              <a:defRPr sz="1500">
                <a:latin typeface="+mj-lt"/>
              </a:defRPr>
            </a:lvl8pPr>
            <a:lvl9pPr marL="0" indent="0">
              <a:lnSpc>
                <a:spcPct val="97000"/>
              </a:lnSpc>
              <a:buFont typeface="Arial" panose="020B0604020202020204" pitchFamily="34" charset="0"/>
              <a:buChar char="​"/>
              <a:defRPr sz="1500">
                <a:latin typeface="+mj-lt"/>
              </a:defRPr>
            </a:lvl9pPr>
          </a:lstStyle>
          <a:p>
            <a:pPr lvl="0"/>
            <a:r>
              <a:rPr lang="da-DK" smtClean="0"/>
              <a:t>Rediger typografien i masterens</a:t>
            </a:r>
          </a:p>
          <a:p>
            <a:pPr lvl="1"/>
            <a:r>
              <a:rPr lang="da-DK" smtClean="0"/>
              <a:t>Andet niveau</a:t>
            </a:r>
          </a:p>
          <a:p>
            <a:pPr lvl="2"/>
            <a:r>
              <a:rPr lang="da-DK" smtClean="0"/>
              <a:t>Tredje niveau</a:t>
            </a:r>
          </a:p>
          <a:p>
            <a:pPr lvl="3"/>
            <a:r>
              <a:rPr lang="da-DK" smtClean="0"/>
              <a:t>Fjerde niveau</a:t>
            </a:r>
          </a:p>
          <a:p>
            <a:pPr lvl="4"/>
            <a:r>
              <a:rPr lang="da-DK" smtClean="0"/>
              <a:t>Femte niveau</a:t>
            </a:r>
            <a:endParaRPr lang="da-DK" dirty="0"/>
          </a:p>
        </p:txBody>
      </p:sp>
      <p:sp>
        <p:nvSpPr>
          <p:cNvPr id="4" name="Pladsholder til dato 3"/>
          <p:cNvSpPr>
            <a:spLocks noGrp="1"/>
          </p:cNvSpPr>
          <p:nvPr>
            <p:ph type="dt" sz="half" idx="15"/>
          </p:nvPr>
        </p:nvSpPr>
        <p:spPr/>
        <p:txBody>
          <a:bodyPr/>
          <a:lstStyle/>
          <a:p>
            <a:fld id="{D975665A-61CB-4DAB-8750-5B97BD1810B6}" type="datetime5">
              <a:rPr lang="da-DK" smtClean="0"/>
              <a:pPr/>
              <a:t>marts 2026</a:t>
            </a:fld>
            <a:endParaRPr lang="da-DK" dirty="0"/>
          </a:p>
        </p:txBody>
      </p:sp>
    </p:spTree>
    <p:extLst>
      <p:ext uri="{BB962C8B-B14F-4D97-AF65-F5344CB8AC3E}">
        <p14:creationId xmlns:p14="http://schemas.microsoft.com/office/powerpoint/2010/main" val="3119924773"/>
      </p:ext>
    </p:extLst>
  </p:cSld>
  <p:clrMapOvr>
    <a:masterClrMapping/>
  </p:clrMapOvr>
  <p:extLst mod="1">
    <p:ext uri="{DCECCB84-F9BA-43D5-87BE-67443E8EF086}">
      <p15:sldGuideLst xmlns:p15="http://schemas.microsoft.com/office/powerpoint/2012/main">
        <p15:guide id="1" orient="horz" pos="1973" userDrawn="1">
          <p15:clr>
            <a:srgbClr val="A4A3A4"/>
          </p15:clr>
        </p15:guide>
        <p15:guide id="2" pos="3739" userDrawn="1">
          <p15:clr>
            <a:srgbClr val="A4A3A4"/>
          </p15:clr>
        </p15:guide>
        <p15:guide id="3" pos="3942" userDrawn="1">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kst og billede">
    <p:spTree>
      <p:nvGrpSpPr>
        <p:cNvPr id="1" name=""/>
        <p:cNvGrpSpPr/>
        <p:nvPr/>
      </p:nvGrpSpPr>
      <p:grpSpPr>
        <a:xfrm>
          <a:off x="0" y="0"/>
          <a:ext cx="0" cy="0"/>
          <a:chOff x="0" y="0"/>
          <a:chExt cx="0" cy="0"/>
        </a:xfrm>
      </p:grpSpPr>
      <p:sp>
        <p:nvSpPr>
          <p:cNvPr id="2" name="Title 1"/>
          <p:cNvSpPr>
            <a:spLocks noGrp="1"/>
          </p:cNvSpPr>
          <p:nvPr>
            <p:ph type="title"/>
          </p:nvPr>
        </p:nvSpPr>
        <p:spPr>
          <a:xfrm>
            <a:off x="719138" y="654050"/>
            <a:ext cx="5213349" cy="1357630"/>
          </a:xfrm>
        </p:spPr>
        <p:txBody>
          <a:bodyPr/>
          <a:lstStyle/>
          <a:p>
            <a:r>
              <a:rPr lang="da-DK" smtClean="0"/>
              <a:t>Klik for at redigere i master</a:t>
            </a:r>
            <a:endParaRPr lang="da-DK" dirty="0"/>
          </a:p>
        </p:txBody>
      </p:sp>
      <p:sp>
        <p:nvSpPr>
          <p:cNvPr id="9" name="Text Placeholder 8"/>
          <p:cNvSpPr>
            <a:spLocks noGrp="1"/>
          </p:cNvSpPr>
          <p:nvPr>
            <p:ph type="body" sz="quarter" idx="13"/>
          </p:nvPr>
        </p:nvSpPr>
        <p:spPr>
          <a:xfrm>
            <a:off x="719139" y="2800350"/>
            <a:ext cx="5213349" cy="2484438"/>
          </a:xfrm>
        </p:spPr>
        <p:txBody>
          <a:bodyPr/>
          <a:lstStyle>
            <a:lvl1pPr>
              <a:defRPr lang="en-US" smtClean="0"/>
            </a:lvl1pPr>
            <a:lvl2pPr>
              <a:defRPr lang="en-US" smtClean="0"/>
            </a:lvl2pPr>
            <a:lvl3pPr>
              <a:defRPr lang="en-US" smtClean="0"/>
            </a:lvl3pPr>
            <a:lvl4pPr>
              <a:defRPr lang="en-US" smtClean="0"/>
            </a:lvl4pPr>
            <a:lvl5pPr>
              <a:defRPr lang="en-GB"/>
            </a:lvl5pPr>
          </a:lstStyle>
          <a:p>
            <a:pPr lvl="0"/>
            <a:r>
              <a:rPr lang="da-DK" smtClean="0"/>
              <a:t>Rediger typografien i masterens</a:t>
            </a:r>
          </a:p>
          <a:p>
            <a:pPr lvl="1"/>
            <a:r>
              <a:rPr lang="da-DK" smtClean="0"/>
              <a:t>Andet niveau</a:t>
            </a:r>
          </a:p>
          <a:p>
            <a:pPr lvl="2"/>
            <a:r>
              <a:rPr lang="da-DK" smtClean="0"/>
              <a:t>Tredje niveau</a:t>
            </a:r>
          </a:p>
          <a:p>
            <a:pPr lvl="3"/>
            <a:r>
              <a:rPr lang="da-DK" smtClean="0"/>
              <a:t>Fjerde niveau</a:t>
            </a:r>
          </a:p>
          <a:p>
            <a:pPr lvl="4"/>
            <a:r>
              <a:rPr lang="da-DK" smtClean="0"/>
              <a:t>Femte niveau</a:t>
            </a:r>
            <a:endParaRPr lang="da-DK" dirty="0"/>
          </a:p>
        </p:txBody>
      </p:sp>
      <p:sp>
        <p:nvSpPr>
          <p:cNvPr id="4" name="Picture Placeholder 3"/>
          <p:cNvSpPr>
            <a:spLocks noGrp="1"/>
          </p:cNvSpPr>
          <p:nvPr>
            <p:ph type="pic" sz="quarter" idx="14"/>
          </p:nvPr>
        </p:nvSpPr>
        <p:spPr>
          <a:xfrm>
            <a:off x="6261100" y="654050"/>
            <a:ext cx="5207000" cy="4630738"/>
          </a:xfrm>
        </p:spPr>
        <p:txBody>
          <a:bodyPr tIns="504000" anchor="ctr" anchorCtr="0"/>
          <a:lstStyle>
            <a:lvl1pPr marL="0" indent="0" algn="ctr">
              <a:buNone/>
              <a:defRPr/>
            </a:lvl1pPr>
          </a:lstStyle>
          <a:p>
            <a:r>
              <a:rPr lang="da-DK" smtClean="0"/>
              <a:t>Klik på ikonet for at tilføje et billede</a:t>
            </a:r>
            <a:endParaRPr lang="en-GB"/>
          </a:p>
        </p:txBody>
      </p:sp>
      <p:sp>
        <p:nvSpPr>
          <p:cNvPr id="3" name="Pladsholder til dato 2"/>
          <p:cNvSpPr>
            <a:spLocks noGrp="1"/>
          </p:cNvSpPr>
          <p:nvPr>
            <p:ph type="dt" sz="half" idx="15"/>
          </p:nvPr>
        </p:nvSpPr>
        <p:spPr/>
        <p:txBody>
          <a:bodyPr/>
          <a:lstStyle/>
          <a:p>
            <a:fld id="{D975665A-61CB-4DAB-8750-5B97BD1810B6}" type="datetime5">
              <a:rPr lang="da-DK" smtClean="0"/>
              <a:pPr/>
              <a:t>marts 2026</a:t>
            </a:fld>
            <a:endParaRPr lang="da-DK" dirty="0"/>
          </a:p>
        </p:txBody>
      </p:sp>
    </p:spTree>
    <p:extLst>
      <p:ext uri="{BB962C8B-B14F-4D97-AF65-F5344CB8AC3E}">
        <p14:creationId xmlns:p14="http://schemas.microsoft.com/office/powerpoint/2010/main" val="1432394791"/>
      </p:ext>
    </p:extLst>
  </p:cSld>
  <p:clrMapOvr>
    <a:masterClrMapping/>
  </p:clrMapOvr>
  <p:extLst mod="1">
    <p:ext uri="{DCECCB84-F9BA-43D5-87BE-67443E8EF086}">
      <p15:sldGuideLst xmlns:p15="http://schemas.microsoft.com/office/powerpoint/2012/main">
        <p15:guide id="2" pos="3738" userDrawn="1">
          <p15:clr>
            <a:srgbClr val="A4A3A4"/>
          </p15:clr>
        </p15:guide>
        <p15:guide id="3" pos="3942" userDrawn="1">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reaker">
    <p:spTree>
      <p:nvGrpSpPr>
        <p:cNvPr id="1" name=""/>
        <p:cNvGrpSpPr/>
        <p:nvPr/>
      </p:nvGrpSpPr>
      <p:grpSpPr>
        <a:xfrm>
          <a:off x="0" y="0"/>
          <a:ext cx="0" cy="0"/>
          <a:chOff x="0" y="0"/>
          <a:chExt cx="0" cy="0"/>
        </a:xfrm>
      </p:grpSpPr>
      <p:sp>
        <p:nvSpPr>
          <p:cNvPr id="10" name="Subtitle 2"/>
          <p:cNvSpPr>
            <a:spLocks noGrp="1"/>
          </p:cNvSpPr>
          <p:nvPr>
            <p:ph type="subTitle" idx="1"/>
          </p:nvPr>
        </p:nvSpPr>
        <p:spPr>
          <a:xfrm>
            <a:off x="719139" y="2366011"/>
            <a:ext cx="5213350" cy="3631564"/>
          </a:xfrm>
        </p:spPr>
        <p:txBody>
          <a:bodyPr/>
          <a:lstStyle>
            <a:lvl1pPr marL="0" indent="0" algn="l">
              <a:lnSpc>
                <a:spcPct val="100000"/>
              </a:lnSpc>
              <a:spcBef>
                <a:spcPts val="0"/>
              </a:spcBef>
              <a:buFont typeface="Arial" panose="020B0604020202020204" pitchFamily="34" charset="0"/>
              <a:buChar char="​"/>
              <a:defRPr sz="2500"/>
            </a:lvl1pPr>
            <a:lvl2pPr marL="800100" indent="-342900" algn="l">
              <a:buFont typeface="Arial" panose="020B0604020202020204" pitchFamily="34" charset="0"/>
              <a:buChar char="•"/>
              <a:defRPr sz="2000"/>
            </a:lvl2pPr>
            <a:lvl3pPr marL="1200150" indent="-285750" algn="l">
              <a:buFont typeface="Arial" panose="020B0604020202020204" pitchFamily="34" charset="0"/>
              <a:buChar char="•"/>
              <a:defRPr sz="2000"/>
            </a:lvl3pPr>
            <a:lvl4pPr marL="1657350" indent="-285750" algn="l">
              <a:buFont typeface="Arial" panose="020B0604020202020204" pitchFamily="34" charset="0"/>
              <a:buChar char="•"/>
              <a:defRPr sz="2000"/>
            </a:lvl4pPr>
            <a:lvl5pPr marL="2114550" indent="-285750" algn="l">
              <a:buFont typeface="Arial" panose="020B0604020202020204" pitchFamily="34" charset="0"/>
              <a:buChar char="•"/>
              <a:defRPr sz="2000"/>
            </a:lvl5pPr>
            <a:lvl6pPr marL="2571750" indent="-285750" algn="l">
              <a:buFont typeface="Arial" panose="020B0604020202020204" pitchFamily="34" charset="0"/>
              <a:buChar char="•"/>
              <a:defRPr sz="2000"/>
            </a:lvl6pPr>
            <a:lvl7pPr marL="3028950" indent="-285750" algn="l">
              <a:buFont typeface="Arial" panose="020B0604020202020204" pitchFamily="34" charset="0"/>
              <a:buChar char="•"/>
              <a:defRPr sz="2000"/>
            </a:lvl7pPr>
            <a:lvl8pPr marL="3486150" indent="-285750" algn="l">
              <a:buFont typeface="Arial" panose="020B0604020202020204" pitchFamily="34" charset="0"/>
              <a:buChar char="•"/>
              <a:defRPr sz="2000"/>
            </a:lvl8pPr>
            <a:lvl9pPr marL="3943350" indent="-285750" algn="l">
              <a:buFont typeface="Arial" panose="020B0604020202020204" pitchFamily="34" charset="0"/>
              <a:buChar char="•"/>
              <a:defRPr sz="2000"/>
            </a:lvl9pPr>
          </a:lstStyle>
          <a:p>
            <a:r>
              <a:rPr lang="da-DK" smtClean="0"/>
              <a:t>Klik for at redigere undertiteltypografien i masteren</a:t>
            </a:r>
            <a:endParaRPr lang="da-DK" dirty="0"/>
          </a:p>
        </p:txBody>
      </p:sp>
      <p:pic>
        <p:nvPicPr>
          <p:cNvPr id="4" name="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06846" y="570004"/>
            <a:ext cx="5309606" cy="5526000"/>
          </a:xfrm>
          <a:prstGeom prst="rect">
            <a:avLst/>
          </a:prstGeom>
        </p:spPr>
      </p:pic>
      <p:sp>
        <p:nvSpPr>
          <p:cNvPr id="3" name="Pladsholder til dato 2" hidden="1"/>
          <p:cNvSpPr>
            <a:spLocks noGrp="1"/>
          </p:cNvSpPr>
          <p:nvPr>
            <p:ph type="dt" sz="half" idx="10"/>
          </p:nvPr>
        </p:nvSpPr>
        <p:spPr>
          <a:xfrm>
            <a:off x="0" y="6912000"/>
            <a:ext cx="0" cy="0"/>
          </a:xfrm>
        </p:spPr>
        <p:txBody>
          <a:bodyPr/>
          <a:lstStyle>
            <a:lvl1pPr>
              <a:defRPr sz="100">
                <a:noFill/>
              </a:defRPr>
            </a:lvl1pPr>
          </a:lstStyle>
          <a:p>
            <a:fld id="{D975665A-61CB-4DAB-8750-5B97BD1810B6}" type="datetime5">
              <a:rPr lang="da-DK" smtClean="0"/>
              <a:pPr/>
              <a:t>marts 2026</a:t>
            </a:fld>
            <a:endParaRPr lang="da-DK" dirty="0"/>
          </a:p>
        </p:txBody>
      </p:sp>
      <p:sp>
        <p:nvSpPr>
          <p:cNvPr id="5" name="Titel 4"/>
          <p:cNvSpPr>
            <a:spLocks noGrp="1"/>
          </p:cNvSpPr>
          <p:nvPr>
            <p:ph type="title"/>
          </p:nvPr>
        </p:nvSpPr>
        <p:spPr>
          <a:xfrm>
            <a:off x="719138" y="655604"/>
            <a:ext cx="5213350" cy="1504666"/>
          </a:xfrm>
        </p:spPr>
        <p:txBody>
          <a:bodyPr/>
          <a:lstStyle/>
          <a:p>
            <a:r>
              <a:rPr lang="da-DK" smtClean="0"/>
              <a:t>Klik for at redigere i master</a:t>
            </a:r>
            <a:endParaRPr lang="da-DK" dirty="0"/>
          </a:p>
        </p:txBody>
      </p:sp>
    </p:spTree>
    <p:extLst>
      <p:ext uri="{BB962C8B-B14F-4D97-AF65-F5344CB8AC3E}">
        <p14:creationId xmlns:p14="http://schemas.microsoft.com/office/powerpoint/2010/main" val="226022681"/>
      </p:ext>
    </p:extLst>
  </p:cSld>
  <p:clrMapOvr>
    <a:masterClrMapping/>
  </p:clrMapOvr>
  <p:extLst mod="1">
    <p:ext uri="{DCECCB84-F9BA-43D5-87BE-67443E8EF086}">
      <p15:sldGuideLst xmlns:p15="http://schemas.microsoft.com/office/powerpoint/2012/main">
        <p15:guide id="1" orient="horz" pos="3778" userDrawn="1">
          <p15:clr>
            <a:srgbClr val="FBAE40"/>
          </p15:clr>
        </p15:guide>
        <p15:guide id="2" pos="3737" userDrawn="1">
          <p15:clr>
            <a:srgbClr val="A4A3A4"/>
          </p15:clr>
        </p15:guide>
        <p15:guide id="3" pos="3944" userDrawn="1">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reaker med billede">
    <p:spTree>
      <p:nvGrpSpPr>
        <p:cNvPr id="1" name=""/>
        <p:cNvGrpSpPr/>
        <p:nvPr/>
      </p:nvGrpSpPr>
      <p:grpSpPr>
        <a:xfrm>
          <a:off x="0" y="0"/>
          <a:ext cx="0" cy="0"/>
          <a:chOff x="0" y="0"/>
          <a:chExt cx="0" cy="0"/>
        </a:xfrm>
      </p:grpSpPr>
      <p:sp>
        <p:nvSpPr>
          <p:cNvPr id="4" name="Picture Placeholder 3"/>
          <p:cNvSpPr>
            <a:spLocks noGrp="1"/>
          </p:cNvSpPr>
          <p:nvPr>
            <p:ph type="pic" sz="quarter" idx="14"/>
          </p:nvPr>
        </p:nvSpPr>
        <p:spPr>
          <a:xfrm>
            <a:off x="719139" y="654051"/>
            <a:ext cx="5213350" cy="5339949"/>
          </a:xfrm>
        </p:spPr>
        <p:txBody>
          <a:bodyPr tIns="504000" anchor="ctr" anchorCtr="0"/>
          <a:lstStyle>
            <a:lvl1pPr marL="0" indent="0" algn="ctr">
              <a:buNone/>
              <a:defRPr/>
            </a:lvl1pPr>
          </a:lstStyle>
          <a:p>
            <a:r>
              <a:rPr lang="da-DK" smtClean="0"/>
              <a:t>Klik på ikonet for at tilføje et billede</a:t>
            </a:r>
            <a:endParaRPr lang="en-GB"/>
          </a:p>
        </p:txBody>
      </p:sp>
      <p:pic>
        <p:nvPicPr>
          <p:cNvPr id="5" name="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06846" y="570004"/>
            <a:ext cx="5309606" cy="5526000"/>
          </a:xfrm>
          <a:prstGeom prst="rect">
            <a:avLst/>
          </a:prstGeom>
        </p:spPr>
      </p:pic>
      <p:sp>
        <p:nvSpPr>
          <p:cNvPr id="10" name="Pladsholder til dato 2" hidden="1"/>
          <p:cNvSpPr>
            <a:spLocks noGrp="1"/>
          </p:cNvSpPr>
          <p:nvPr>
            <p:ph type="dt" sz="half" idx="10"/>
          </p:nvPr>
        </p:nvSpPr>
        <p:spPr>
          <a:xfrm>
            <a:off x="0" y="6912000"/>
            <a:ext cx="0" cy="0"/>
          </a:xfrm>
        </p:spPr>
        <p:txBody>
          <a:bodyPr/>
          <a:lstStyle>
            <a:lvl1pPr>
              <a:defRPr sz="100">
                <a:noFill/>
              </a:defRPr>
            </a:lvl1pPr>
          </a:lstStyle>
          <a:p>
            <a:fld id="{D975665A-61CB-4DAB-8750-5B97BD1810B6}" type="datetime5">
              <a:rPr lang="da-DK" smtClean="0"/>
              <a:pPr/>
              <a:t>marts 2026</a:t>
            </a:fld>
            <a:endParaRPr lang="da-DK" dirty="0"/>
          </a:p>
        </p:txBody>
      </p:sp>
    </p:spTree>
    <p:extLst>
      <p:ext uri="{BB962C8B-B14F-4D97-AF65-F5344CB8AC3E}">
        <p14:creationId xmlns:p14="http://schemas.microsoft.com/office/powerpoint/2010/main" val="3987172260"/>
      </p:ext>
    </p:extLst>
  </p:cSld>
  <p:clrMapOvr>
    <a:masterClrMapping/>
  </p:clrMapOvr>
  <p:extLst mod="1">
    <p:ext uri="{DCECCB84-F9BA-43D5-87BE-67443E8EF086}">
      <p15:sldGuideLst xmlns:p15="http://schemas.microsoft.com/office/powerpoint/2012/main">
        <p15:guide id="1" orient="horz" pos="3777" userDrawn="1">
          <p15:clr>
            <a:srgbClr val="FBAE40"/>
          </p15:clr>
        </p15:guide>
        <p15:guide id="2" pos="3737" userDrawn="1">
          <p15:clr>
            <a:srgbClr val="A4A3A4"/>
          </p15:clr>
        </p15:guide>
        <p15:guide id="3" pos="3944" userDrawn="1">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smtClean="0"/>
              <a:t>Klik for at redigere i master</a:t>
            </a:r>
            <a:endParaRPr lang="da-DK" dirty="0"/>
          </a:p>
        </p:txBody>
      </p:sp>
      <p:sp>
        <p:nvSpPr>
          <p:cNvPr id="7" name="Pladsholder til dato 6"/>
          <p:cNvSpPr>
            <a:spLocks noGrp="1"/>
          </p:cNvSpPr>
          <p:nvPr>
            <p:ph type="dt" sz="half" idx="10"/>
          </p:nvPr>
        </p:nvSpPr>
        <p:spPr/>
        <p:txBody>
          <a:bodyPr/>
          <a:lstStyle/>
          <a:p>
            <a:fld id="{D975665A-61CB-4DAB-8750-5B97BD1810B6}" type="datetime5">
              <a:rPr lang="da-DK" smtClean="0"/>
              <a:pPr/>
              <a:t>marts 2026</a:t>
            </a:fld>
            <a:endParaRPr lang="da-DK" dirty="0"/>
          </a:p>
        </p:txBody>
      </p:sp>
    </p:spTree>
    <p:extLst>
      <p:ext uri="{BB962C8B-B14F-4D97-AF65-F5344CB8AC3E}">
        <p14:creationId xmlns:p14="http://schemas.microsoft.com/office/powerpoint/2010/main" val="442491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Kun logo">
    <p:spTree>
      <p:nvGrpSpPr>
        <p:cNvPr id="1" name=""/>
        <p:cNvGrpSpPr/>
        <p:nvPr/>
      </p:nvGrpSpPr>
      <p:grpSpPr>
        <a:xfrm>
          <a:off x="0" y="0"/>
          <a:ext cx="0" cy="0"/>
          <a:chOff x="0" y="0"/>
          <a:chExt cx="0" cy="0"/>
        </a:xfrm>
      </p:grpSpPr>
      <p:sp>
        <p:nvSpPr>
          <p:cNvPr id="5" name="Pladsholder til dato 4"/>
          <p:cNvSpPr>
            <a:spLocks noGrp="1"/>
          </p:cNvSpPr>
          <p:nvPr>
            <p:ph type="dt" sz="half" idx="10"/>
          </p:nvPr>
        </p:nvSpPr>
        <p:spPr/>
        <p:txBody>
          <a:bodyPr/>
          <a:lstStyle/>
          <a:p>
            <a:fld id="{D975665A-61CB-4DAB-8750-5B97BD1810B6}" type="datetime5">
              <a:rPr lang="da-DK" smtClean="0"/>
              <a:pPr/>
              <a:t>marts 2026</a:t>
            </a:fld>
            <a:endParaRPr lang="da-DK" dirty="0"/>
          </a:p>
        </p:txBody>
      </p:sp>
    </p:spTree>
    <p:extLst>
      <p:ext uri="{BB962C8B-B14F-4D97-AF65-F5344CB8AC3E}">
        <p14:creationId xmlns:p14="http://schemas.microsoft.com/office/powerpoint/2010/main" val="22146220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rugerguide">
    <p:spTree>
      <p:nvGrpSpPr>
        <p:cNvPr id="1" name=""/>
        <p:cNvGrpSpPr/>
        <p:nvPr/>
      </p:nvGrpSpPr>
      <p:grpSpPr>
        <a:xfrm>
          <a:off x="0" y="0"/>
          <a:ext cx="0" cy="0"/>
          <a:chOff x="0" y="0"/>
          <a:chExt cx="0" cy="0"/>
        </a:xfrm>
      </p:grpSpPr>
      <p:sp>
        <p:nvSpPr>
          <p:cNvPr id="9" name="Fast overskrift"/>
          <p:cNvSpPr txBox="1"/>
          <p:nvPr userDrawn="1"/>
        </p:nvSpPr>
        <p:spPr>
          <a:xfrm>
            <a:off x="719138" y="539750"/>
            <a:ext cx="10929935" cy="650171"/>
          </a:xfrm>
          <a:prstGeom prst="rect">
            <a:avLst/>
          </a:prstGeom>
          <a:noFill/>
        </p:spPr>
        <p:txBody>
          <a:bodyPr wrap="square" lIns="0" tIns="0" rIns="0" bIns="0" rtlCol="0" anchor="b" anchorCtr="0">
            <a:noAutofit/>
          </a:bodyPr>
          <a:lstStyle/>
          <a:p>
            <a:r>
              <a:rPr lang="da-DK" sz="3200" b="0" noProof="1">
                <a:solidFill>
                  <a:schemeClr val="tx1"/>
                </a:solidFill>
                <a:latin typeface="Arial" panose="020B0604020202020204" pitchFamily="34" charset="0"/>
                <a:cs typeface="Arial" panose="020B0604020202020204" pitchFamily="34" charset="0"/>
              </a:rPr>
              <a:t>Brugerguide - Slet før anvendelse</a:t>
            </a:r>
          </a:p>
        </p:txBody>
      </p:sp>
      <p:sp>
        <p:nvSpPr>
          <p:cNvPr id="29" name="Text Box 2"/>
          <p:cNvSpPr txBox="1">
            <a:spLocks noChangeArrowheads="1"/>
          </p:cNvSpPr>
          <p:nvPr userDrawn="1"/>
        </p:nvSpPr>
        <p:spPr bwMode="auto">
          <a:xfrm>
            <a:off x="719138" y="1833789"/>
            <a:ext cx="2280360" cy="4324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da-DK" sz="1000" b="1" noProof="1">
                <a:latin typeface="Arial" panose="020B0604020202020204" pitchFamily="34" charset="0"/>
                <a:cs typeface="Arial" panose="020B0604020202020204" pitchFamily="34" charset="0"/>
              </a:rPr>
              <a:t>Brug</a:t>
            </a:r>
            <a:r>
              <a:rPr lang="da-DK" sz="1000" b="1" baseline="0" noProof="1">
                <a:latin typeface="Arial" panose="020B0604020202020204" pitchFamily="34" charset="0"/>
                <a:cs typeface="Arial" panose="020B0604020202020204" pitchFamily="34" charset="0"/>
              </a:rPr>
              <a:t> tekst typografier</a:t>
            </a:r>
            <a:endParaRPr lang="da-DK" sz="1000" b="1" noProof="1">
              <a:latin typeface="Arial" panose="020B0604020202020204" pitchFamily="34" charset="0"/>
              <a:cs typeface="Arial" panose="020B0604020202020204" pitchFamily="34" charset="0"/>
            </a:endParaRPr>
          </a:p>
          <a:p>
            <a:pPr eaLnBrk="1" hangingPunct="1">
              <a:spcAft>
                <a:spcPts val="600"/>
              </a:spcAft>
              <a:defRPr/>
            </a:pPr>
            <a:r>
              <a:rPr lang="da-DK" altLang="da-DK" sz="900" b="0" noProof="1">
                <a:solidFill>
                  <a:schemeClr val="tx1"/>
                </a:solidFill>
                <a:latin typeface="Arial" panose="020B0604020202020204" pitchFamily="34" charset="0"/>
                <a:cs typeface="Arial" panose="020B0604020202020204" pitchFamily="34" charset="0"/>
              </a:rPr>
              <a:t>Brug</a:t>
            </a:r>
            <a:r>
              <a:rPr lang="da-DK" altLang="da-DK" sz="900" b="1" noProof="1">
                <a:solidFill>
                  <a:schemeClr val="tx1"/>
                </a:solidFill>
                <a:latin typeface="Arial" panose="020B0604020202020204" pitchFamily="34" charset="0"/>
                <a:cs typeface="Arial" panose="020B0604020202020204" pitchFamily="34" charset="0"/>
              </a:rPr>
              <a:t> TAB </a:t>
            </a:r>
            <a:r>
              <a:rPr lang="da-DK" altLang="da-DK" sz="900" b="0" noProof="1">
                <a:solidFill>
                  <a:schemeClr val="tx1"/>
                </a:solidFill>
                <a:latin typeface="Arial" panose="020B0604020202020204" pitchFamily="34" charset="0"/>
                <a:cs typeface="Arial" panose="020B0604020202020204" pitchFamily="34" charset="0"/>
              </a:rPr>
              <a:t>for at gå frem i tekst-niveauer. Klik </a:t>
            </a:r>
            <a:r>
              <a:rPr lang="da-DK" altLang="da-DK" sz="900" b="1" noProof="1">
                <a:solidFill>
                  <a:schemeClr val="tx1"/>
                </a:solidFill>
                <a:latin typeface="Arial" panose="020B0604020202020204" pitchFamily="34" charset="0"/>
                <a:cs typeface="Arial" panose="020B0604020202020204" pitchFamily="34" charset="0"/>
              </a:rPr>
              <a:t>ENTER</a:t>
            </a:r>
            <a:r>
              <a:rPr lang="da-DK" altLang="da-DK" sz="900" b="0" noProof="1">
                <a:solidFill>
                  <a:schemeClr val="tx1"/>
                </a:solidFill>
                <a:latin typeface="Arial" panose="020B0604020202020204" pitchFamily="34" charset="0"/>
                <a:cs typeface="Arial" panose="020B0604020202020204" pitchFamily="34" charset="0"/>
              </a:rPr>
              <a:t>, derefter </a:t>
            </a:r>
            <a:r>
              <a:rPr lang="da-DK" altLang="da-DK" sz="900" b="1" noProof="1">
                <a:solidFill>
                  <a:schemeClr val="tx1"/>
                </a:solidFill>
                <a:latin typeface="Arial" panose="020B0604020202020204" pitchFamily="34" charset="0"/>
                <a:cs typeface="Arial" panose="020B0604020202020204" pitchFamily="34" charset="0"/>
              </a:rPr>
              <a:t>TAB</a:t>
            </a:r>
            <a:r>
              <a:rPr lang="da-DK" altLang="da-DK" sz="900" b="0" noProof="1">
                <a:solidFill>
                  <a:schemeClr val="tx1"/>
                </a:solidFill>
                <a:latin typeface="Arial" panose="020B0604020202020204" pitchFamily="34" charset="0"/>
                <a:cs typeface="Arial" panose="020B0604020202020204" pitchFamily="34" charset="0"/>
              </a:rPr>
              <a:t> for at skifte fra et niveau til et næste</a:t>
            </a:r>
          </a:p>
          <a:p>
            <a:pPr eaLnBrk="1" hangingPunct="1">
              <a:spcAft>
                <a:spcPts val="600"/>
              </a:spcAft>
              <a:defRPr/>
            </a:pPr>
            <a:r>
              <a:rPr lang="da-DK" altLang="da-DK" sz="900" b="0" noProof="1">
                <a:solidFill>
                  <a:schemeClr val="tx1"/>
                </a:solidFill>
                <a:latin typeface="Arial" panose="020B0604020202020204" pitchFamily="34" charset="0"/>
                <a:cs typeface="Arial" panose="020B0604020202020204" pitchFamily="34" charset="0"/>
              </a:rPr>
              <a:t>For at gå tilbage i tekst-niveauer, </a:t>
            </a:r>
            <a:br>
              <a:rPr lang="da-DK" altLang="da-DK" sz="900" b="0" noProof="1">
                <a:solidFill>
                  <a:schemeClr val="tx1"/>
                </a:solidFill>
                <a:latin typeface="Arial" panose="020B0604020202020204" pitchFamily="34" charset="0"/>
                <a:cs typeface="Arial" panose="020B0604020202020204" pitchFamily="34" charset="0"/>
              </a:rPr>
            </a:br>
            <a:r>
              <a:rPr lang="da-DK" altLang="da-DK" sz="900" b="0" noProof="1">
                <a:solidFill>
                  <a:schemeClr val="tx1"/>
                </a:solidFill>
                <a:latin typeface="Arial" panose="020B0604020202020204" pitchFamily="34" charset="0"/>
                <a:cs typeface="Arial" panose="020B0604020202020204" pitchFamily="34" charset="0"/>
              </a:rPr>
              <a:t>brug </a:t>
            </a:r>
            <a:r>
              <a:rPr lang="da-DK" altLang="da-DK" sz="900" b="1" noProof="1">
                <a:solidFill>
                  <a:schemeClr val="tx1"/>
                </a:solidFill>
                <a:latin typeface="Arial" panose="020B0604020202020204" pitchFamily="34" charset="0"/>
                <a:cs typeface="Arial" panose="020B0604020202020204" pitchFamily="34" charset="0"/>
              </a:rPr>
              <a:t>SHIFT+TAB</a:t>
            </a:r>
            <a:endParaRPr lang="da-DK" altLang="da-DK" sz="900" b="0"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da-DK" altLang="da-DK" sz="900" b="0" noProof="1">
                <a:solidFill>
                  <a:schemeClr val="tx1"/>
                </a:solidFill>
                <a:latin typeface="Arial" panose="020B0604020202020204" pitchFamily="34" charset="0"/>
                <a:cs typeface="Arial" panose="020B0604020202020204" pitchFamily="34" charset="0"/>
              </a:rPr>
              <a:t>Alternativt kan </a:t>
            </a:r>
            <a:br>
              <a:rPr lang="da-DK" altLang="da-DK" sz="900" b="0" noProof="1">
                <a:solidFill>
                  <a:schemeClr val="tx1"/>
                </a:solidFill>
                <a:latin typeface="Arial" panose="020B0604020202020204" pitchFamily="34" charset="0"/>
                <a:cs typeface="Arial" panose="020B0604020202020204" pitchFamily="34" charset="0"/>
              </a:rPr>
            </a:br>
            <a:r>
              <a:rPr lang="da-DK" altLang="da-DK" sz="900" b="1" noProof="1">
                <a:solidFill>
                  <a:schemeClr val="tx1"/>
                </a:solidFill>
                <a:latin typeface="Arial" panose="020B0604020202020204" pitchFamily="34" charset="0"/>
                <a:cs typeface="Arial" panose="020B0604020202020204" pitchFamily="34" charset="0"/>
              </a:rPr>
              <a:t>Forøg</a:t>
            </a:r>
            <a:r>
              <a:rPr lang="da-DK" altLang="da-DK" sz="900" b="0" noProof="1">
                <a:solidFill>
                  <a:schemeClr val="tx1"/>
                </a:solidFill>
                <a:latin typeface="Arial" panose="020B0604020202020204" pitchFamily="34" charset="0"/>
                <a:cs typeface="Arial" panose="020B0604020202020204" pitchFamily="34" charset="0"/>
              </a:rPr>
              <a:t> og </a:t>
            </a:r>
            <a:r>
              <a:rPr lang="da-DK" altLang="da-DK" sz="900" b="1" noProof="1">
                <a:solidFill>
                  <a:schemeClr val="tx1"/>
                </a:solidFill>
                <a:latin typeface="Arial" panose="020B0604020202020204" pitchFamily="34" charset="0"/>
                <a:cs typeface="Arial" panose="020B0604020202020204" pitchFamily="34" charset="0"/>
              </a:rPr>
              <a:t>Formindsk</a:t>
            </a:r>
            <a:r>
              <a:rPr lang="da-DK" altLang="da-DK" sz="900" b="0" noProof="1">
                <a:solidFill>
                  <a:schemeClr val="tx1"/>
                </a:solidFill>
                <a:latin typeface="Arial" panose="020B0604020202020204" pitchFamily="34" charset="0"/>
                <a:cs typeface="Arial" panose="020B0604020202020204" pitchFamily="34" charset="0"/>
              </a:rPr>
              <a:t> listeniveau bruges</a:t>
            </a:r>
          </a:p>
          <a:p>
            <a:pPr eaLnBrk="1" hangingPunct="1">
              <a:spcBef>
                <a:spcPts val="1200"/>
              </a:spcBef>
              <a:spcAft>
                <a:spcPts val="600"/>
              </a:spcAft>
              <a:defRPr/>
            </a:pPr>
            <a:r>
              <a:rPr lang="da-DK" sz="1000" b="1" noProof="1">
                <a:solidFill>
                  <a:schemeClr val="tx1"/>
                </a:solidFill>
                <a:latin typeface="Arial" panose="020B0604020202020204" pitchFamily="34" charset="0"/>
                <a:cs typeface="Arial" panose="020B0604020202020204" pitchFamily="34" charset="0"/>
              </a:rPr>
              <a:t>Brug layouts</a:t>
            </a:r>
          </a:p>
          <a:p>
            <a:pPr eaLnBrk="1" hangingPunct="1">
              <a:spcAft>
                <a:spcPts val="600"/>
              </a:spcAft>
              <a:defRPr/>
            </a:pPr>
            <a:r>
              <a:rPr lang="da-DK" altLang="da-DK" sz="900" b="1" noProof="1">
                <a:solidFill>
                  <a:schemeClr val="tx1"/>
                </a:solidFill>
                <a:latin typeface="Arial" panose="020B0604020202020204" pitchFamily="34" charset="0"/>
                <a:cs typeface="Arial" panose="020B0604020202020204" pitchFamily="34" charset="0"/>
              </a:rPr>
              <a:t>1. </a:t>
            </a:r>
            <a:r>
              <a:rPr lang="da-DK" altLang="da-DK" sz="900" b="0" noProof="1">
                <a:solidFill>
                  <a:schemeClr val="tx1"/>
                </a:solidFill>
                <a:latin typeface="Arial" panose="020B0604020202020204" pitchFamily="34" charset="0"/>
                <a:cs typeface="Arial" panose="020B0604020202020204" pitchFamily="34" charset="0"/>
              </a:rPr>
              <a:t>Klik på fanen </a:t>
            </a:r>
            <a:r>
              <a:rPr lang="da-DK" altLang="da-DK" sz="900" b="1" noProof="1">
                <a:solidFill>
                  <a:schemeClr val="tx1"/>
                </a:solidFill>
                <a:latin typeface="Arial" panose="020B0604020202020204" pitchFamily="34" charset="0"/>
                <a:cs typeface="Arial" panose="020B0604020202020204" pitchFamily="34" charset="0"/>
              </a:rPr>
              <a:t>Hjem</a:t>
            </a:r>
          </a:p>
          <a:p>
            <a:pPr eaLnBrk="1" hangingPunct="1">
              <a:spcAft>
                <a:spcPts val="600"/>
              </a:spcAft>
              <a:defRPr/>
            </a:pPr>
            <a:r>
              <a:rPr lang="da-DK" altLang="da-DK" sz="900" b="1" noProof="1">
                <a:solidFill>
                  <a:schemeClr val="tx1"/>
                </a:solidFill>
                <a:latin typeface="Arial" panose="020B0604020202020204" pitchFamily="34" charset="0"/>
                <a:cs typeface="Arial" panose="020B0604020202020204" pitchFamily="34" charset="0"/>
              </a:rPr>
              <a:t>2. </a:t>
            </a:r>
            <a:r>
              <a:rPr lang="da-DK" altLang="da-DK" sz="900" b="0" noProof="1">
                <a:solidFill>
                  <a:schemeClr val="tx1"/>
                </a:solidFill>
                <a:latin typeface="Arial" panose="020B0604020202020204" pitchFamily="34" charset="0"/>
                <a:cs typeface="Arial" panose="020B0604020202020204" pitchFamily="34" charset="0"/>
              </a:rPr>
              <a:t>Klik på menupunktet </a:t>
            </a:r>
            <a:r>
              <a:rPr lang="da-DK" altLang="da-DK" sz="900" b="1" noProof="1">
                <a:solidFill>
                  <a:schemeClr val="tx1"/>
                </a:solidFill>
                <a:latin typeface="Arial" panose="020B0604020202020204" pitchFamily="34" charset="0"/>
                <a:cs typeface="Arial" panose="020B0604020202020204" pitchFamily="34" charset="0"/>
              </a:rPr>
              <a:t>Nyt Slide </a:t>
            </a:r>
            <a:r>
              <a:rPr lang="da-DK" altLang="da-DK" sz="900" b="0" noProof="1">
                <a:solidFill>
                  <a:schemeClr val="tx1"/>
                </a:solidFill>
                <a:latin typeface="Arial" panose="020B0604020202020204" pitchFamily="34" charset="0"/>
                <a:cs typeface="Arial" panose="020B0604020202020204" pitchFamily="34" charset="0"/>
              </a:rPr>
              <a:t>for </a:t>
            </a:r>
            <a:br>
              <a:rPr lang="da-DK" altLang="da-DK" sz="900" b="0" noProof="1">
                <a:solidFill>
                  <a:schemeClr val="tx1"/>
                </a:solidFill>
                <a:latin typeface="Arial" panose="020B0604020202020204" pitchFamily="34" charset="0"/>
                <a:cs typeface="Arial" panose="020B0604020202020204" pitchFamily="34" charset="0"/>
              </a:rPr>
            </a:br>
            <a:r>
              <a:rPr lang="da-DK" altLang="da-DK" sz="900" b="0" noProof="1">
                <a:solidFill>
                  <a:schemeClr val="tx1"/>
                </a:solidFill>
                <a:latin typeface="Arial" panose="020B0604020202020204" pitchFamily="34" charset="0"/>
                <a:cs typeface="Arial" panose="020B0604020202020204" pitchFamily="34" charset="0"/>
              </a:rPr>
              <a:t>at indsætte nyt slide</a:t>
            </a:r>
          </a:p>
          <a:p>
            <a:pPr eaLnBrk="1" hangingPunct="1">
              <a:spcAft>
                <a:spcPts val="600"/>
              </a:spcAft>
              <a:defRPr/>
            </a:pPr>
            <a:r>
              <a:rPr lang="da-DK" altLang="da-DK" sz="900" b="1" noProof="1">
                <a:solidFill>
                  <a:schemeClr val="tx1"/>
                </a:solidFill>
                <a:latin typeface="Arial" panose="020B0604020202020204" pitchFamily="34" charset="0"/>
                <a:cs typeface="Arial" panose="020B0604020202020204" pitchFamily="34" charset="0"/>
              </a:rPr>
              <a:t>3. </a:t>
            </a:r>
            <a:r>
              <a:rPr lang="da-DK" altLang="da-DK" sz="900" b="0" noProof="1">
                <a:solidFill>
                  <a:schemeClr val="tx1"/>
                </a:solidFill>
                <a:latin typeface="Arial" panose="020B0604020202020204" pitchFamily="34" charset="0"/>
                <a:cs typeface="Arial" panose="020B0604020202020204" pitchFamily="34" charset="0"/>
              </a:rPr>
              <a:t>Vælg </a:t>
            </a:r>
            <a:r>
              <a:rPr lang="da-DK" altLang="da-DK" sz="900" b="1" noProof="1">
                <a:solidFill>
                  <a:schemeClr val="tx1"/>
                </a:solidFill>
                <a:latin typeface="Arial" panose="020B0604020202020204" pitchFamily="34" charset="0"/>
                <a:cs typeface="Arial" panose="020B0604020202020204" pitchFamily="34" charset="0"/>
              </a:rPr>
              <a:t>Layout</a:t>
            </a:r>
            <a:r>
              <a:rPr lang="da-DK" altLang="da-DK" sz="900" b="0" noProof="1">
                <a:solidFill>
                  <a:schemeClr val="tx1"/>
                </a:solidFill>
                <a:latin typeface="Arial" panose="020B0604020202020204" pitchFamily="34" charset="0"/>
                <a:cs typeface="Arial" panose="020B0604020202020204" pitchFamily="34" charset="0"/>
              </a:rPr>
              <a:t> for at ændre dit </a:t>
            </a:r>
            <a:br>
              <a:rPr lang="da-DK" altLang="da-DK" sz="900" b="0" noProof="1">
                <a:solidFill>
                  <a:schemeClr val="tx1"/>
                </a:solidFill>
                <a:latin typeface="Arial" panose="020B0604020202020204" pitchFamily="34" charset="0"/>
                <a:cs typeface="Arial" panose="020B0604020202020204" pitchFamily="34" charset="0"/>
              </a:rPr>
            </a:br>
            <a:r>
              <a:rPr lang="da-DK" altLang="da-DK" sz="900" b="0" noProof="1">
                <a:solidFill>
                  <a:schemeClr val="tx1"/>
                </a:solidFill>
                <a:latin typeface="Arial" panose="020B0604020202020204" pitchFamily="34" charset="0"/>
                <a:cs typeface="Arial" panose="020B0604020202020204" pitchFamily="34" charset="0"/>
              </a:rPr>
              <a:t>nuværende layout til et alternativt</a:t>
            </a:r>
          </a:p>
          <a:p>
            <a:pPr fontAlgn="auto">
              <a:spcBef>
                <a:spcPts val="1200"/>
              </a:spcBef>
              <a:spcAft>
                <a:spcPts val="600"/>
              </a:spcAft>
              <a:buFont typeface="+mj-lt"/>
              <a:buNone/>
              <a:defRPr/>
            </a:pPr>
            <a:r>
              <a:rPr lang="da-DK" sz="1000" b="1" noProof="1">
                <a:solidFill>
                  <a:schemeClr val="tx1"/>
                </a:solidFill>
                <a:latin typeface="Arial" panose="020B0604020202020204" pitchFamily="34" charset="0"/>
                <a:cs typeface="Arial" panose="020B0604020202020204" pitchFamily="34" charset="0"/>
              </a:rPr>
              <a:t>Nulstil slide</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da-DK" altLang="da-DK" sz="900" b="1" noProof="1">
                <a:solidFill>
                  <a:schemeClr val="tx1"/>
                </a:solidFill>
                <a:latin typeface="Arial" panose="020B0604020202020204" pitchFamily="34" charset="0"/>
                <a:cs typeface="Arial" panose="020B0604020202020204" pitchFamily="34" charset="0"/>
              </a:rPr>
              <a:t>1. </a:t>
            </a:r>
            <a:r>
              <a:rPr lang="da-DK" altLang="da-DK" sz="900" b="0" noProof="1">
                <a:solidFill>
                  <a:schemeClr val="tx1"/>
                </a:solidFill>
                <a:latin typeface="Arial" panose="020B0604020202020204" pitchFamily="34" charset="0"/>
                <a:cs typeface="Arial" panose="020B0604020202020204" pitchFamily="34" charset="0"/>
              </a:rPr>
              <a:t>Klik på fanen </a:t>
            </a:r>
            <a:r>
              <a:rPr lang="da-DK" altLang="da-DK" sz="900" b="1" noProof="1">
                <a:solidFill>
                  <a:schemeClr val="tx1"/>
                </a:solidFill>
                <a:latin typeface="Arial" panose="020B0604020202020204" pitchFamily="34" charset="0"/>
                <a:cs typeface="Arial" panose="020B0604020202020204" pitchFamily="34" charset="0"/>
              </a:rPr>
              <a:t>Hjem</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da-DK" altLang="da-DK" sz="900" b="1" noProof="1">
                <a:solidFill>
                  <a:schemeClr val="tx1"/>
                </a:solidFill>
                <a:latin typeface="Arial" panose="020B0604020202020204" pitchFamily="34" charset="0"/>
                <a:cs typeface="Arial" panose="020B0604020202020204" pitchFamily="34" charset="0"/>
              </a:rPr>
              <a:t>2. </a:t>
            </a:r>
            <a:r>
              <a:rPr lang="da-DK" altLang="da-DK" sz="900" b="0" noProof="1">
                <a:solidFill>
                  <a:schemeClr val="tx1"/>
                </a:solidFill>
                <a:latin typeface="Arial" panose="020B0604020202020204" pitchFamily="34" charset="0"/>
                <a:cs typeface="Arial" panose="020B0604020202020204" pitchFamily="34" charset="0"/>
              </a:rPr>
              <a:t>Vælg </a:t>
            </a:r>
            <a:r>
              <a:rPr lang="da-DK" altLang="da-DK" sz="900" b="1" noProof="1">
                <a:solidFill>
                  <a:schemeClr val="tx1"/>
                </a:solidFill>
                <a:latin typeface="Arial" panose="020B0604020202020204" pitchFamily="34" charset="0"/>
                <a:cs typeface="Arial" panose="020B0604020202020204" pitchFamily="34" charset="0"/>
              </a:rPr>
              <a:t>Nulstil</a:t>
            </a:r>
            <a:r>
              <a:rPr lang="da-DK" altLang="da-DK" sz="900" b="0" noProof="1">
                <a:solidFill>
                  <a:schemeClr val="tx1"/>
                </a:solidFill>
                <a:latin typeface="Arial" panose="020B0604020202020204" pitchFamily="34" charset="0"/>
                <a:cs typeface="Arial" panose="020B0604020202020204" pitchFamily="34" charset="0"/>
              </a:rPr>
              <a:t> for at nulstille placering, størrelse og formatering af pladsholdere til layoutets oprindelige design </a:t>
            </a:r>
          </a:p>
          <a:p>
            <a:pPr eaLnBrk="1" hangingPunct="1">
              <a:spcAft>
                <a:spcPts val="600"/>
              </a:spcAft>
              <a:defRPr/>
            </a:pPr>
            <a:endParaRPr lang="da-DK" sz="900" b="1" noProof="1">
              <a:solidFill>
                <a:schemeClr val="tx1"/>
              </a:solidFill>
              <a:latin typeface="Arial" panose="020B0604020202020204" pitchFamily="34" charset="0"/>
              <a:cs typeface="Arial" panose="020B0604020202020204" pitchFamily="34" charset="0"/>
            </a:endParaRPr>
          </a:p>
          <a:p>
            <a:pPr eaLnBrk="1" hangingPunct="1">
              <a:spcAft>
                <a:spcPts val="240"/>
              </a:spcAft>
              <a:defRPr/>
            </a:pPr>
            <a:endParaRPr lang="da-DK" sz="900" noProof="1">
              <a:solidFill>
                <a:schemeClr val="tx1"/>
              </a:solidFill>
              <a:latin typeface="Arial" panose="020B0604020202020204" pitchFamily="34" charset="0"/>
              <a:cs typeface="Arial" panose="020B0604020202020204" pitchFamily="34" charset="0"/>
            </a:endParaRPr>
          </a:p>
        </p:txBody>
      </p:sp>
      <p:sp>
        <p:nvSpPr>
          <p:cNvPr id="21" name="Text Box 3"/>
          <p:cNvSpPr txBox="1">
            <a:spLocks noChangeArrowheads="1"/>
          </p:cNvSpPr>
          <p:nvPr userDrawn="1"/>
        </p:nvSpPr>
        <p:spPr bwMode="auto">
          <a:xfrm>
            <a:off x="5073943" y="1833789"/>
            <a:ext cx="2160798"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da-DK" sz="1000" b="1" noProof="1">
                <a:solidFill>
                  <a:schemeClr val="tx1"/>
                </a:solidFill>
                <a:latin typeface="Arial" panose="020B0604020202020204" pitchFamily="34" charset="0"/>
                <a:cs typeface="Arial" panose="020B0604020202020204" pitchFamily="34" charset="0"/>
              </a:rPr>
              <a:t>Indsæt billede</a:t>
            </a:r>
          </a:p>
          <a:p>
            <a:pPr eaLnBrk="1" hangingPunct="1">
              <a:spcAft>
                <a:spcPts val="600"/>
              </a:spcAft>
              <a:defRPr/>
            </a:pPr>
            <a:r>
              <a:rPr lang="da-DK" altLang="da-DK" sz="900" b="0" noProof="1">
                <a:solidFill>
                  <a:schemeClr val="tx1"/>
                </a:solidFill>
                <a:latin typeface="Arial" panose="020B0604020202020204" pitchFamily="34" charset="0"/>
                <a:cs typeface="Arial" panose="020B0604020202020204" pitchFamily="34" charset="0"/>
              </a:rPr>
              <a:t>På slides med billedpladsholder, </a:t>
            </a:r>
            <a:br>
              <a:rPr lang="da-DK" altLang="da-DK" sz="900" b="0" noProof="1">
                <a:solidFill>
                  <a:schemeClr val="tx1"/>
                </a:solidFill>
                <a:latin typeface="Arial" panose="020B0604020202020204" pitchFamily="34" charset="0"/>
                <a:cs typeface="Arial" panose="020B0604020202020204" pitchFamily="34" charset="0"/>
              </a:rPr>
            </a:br>
            <a:r>
              <a:rPr lang="da-DK" altLang="da-DK" sz="900" b="0" noProof="1">
                <a:solidFill>
                  <a:schemeClr val="tx1"/>
                </a:solidFill>
                <a:latin typeface="Arial" panose="020B0604020202020204" pitchFamily="34" charset="0"/>
                <a:cs typeface="Arial" panose="020B0604020202020204" pitchFamily="34" charset="0"/>
              </a:rPr>
              <a:t>klik på ikonet og vælg </a:t>
            </a:r>
            <a:r>
              <a:rPr lang="da-DK" altLang="da-DK" sz="900" b="1" noProof="1">
                <a:solidFill>
                  <a:schemeClr val="tx1"/>
                </a:solidFill>
                <a:latin typeface="Arial" panose="020B0604020202020204" pitchFamily="34" charset="0"/>
                <a:cs typeface="Arial" panose="020B0604020202020204" pitchFamily="34" charset="0"/>
              </a:rPr>
              <a:t>Indsæt</a:t>
            </a:r>
          </a:p>
          <a:p>
            <a:pPr eaLnBrk="1" hangingPunct="1">
              <a:spcBef>
                <a:spcPts val="1200"/>
              </a:spcBef>
              <a:spcAft>
                <a:spcPts val="600"/>
              </a:spcAft>
              <a:defRPr/>
            </a:pPr>
            <a:r>
              <a:rPr lang="da-DK" sz="1000" b="1" noProof="1">
                <a:solidFill>
                  <a:schemeClr val="tx1"/>
                </a:solidFill>
                <a:latin typeface="Arial" panose="020B0604020202020204" pitchFamily="34" charset="0"/>
                <a:cs typeface="Arial" panose="020B0604020202020204" pitchFamily="34" charset="0"/>
              </a:rPr>
              <a:t>Beskær billede</a:t>
            </a:r>
          </a:p>
          <a:p>
            <a:pPr eaLnBrk="1" hangingPunct="1">
              <a:spcAft>
                <a:spcPts val="600"/>
              </a:spcAft>
              <a:defRPr/>
            </a:pPr>
            <a:r>
              <a:rPr lang="da-DK" altLang="da-DK" sz="900" b="1" noProof="1">
                <a:solidFill>
                  <a:schemeClr val="tx1"/>
                </a:solidFill>
                <a:latin typeface="Arial" panose="020B0604020202020204" pitchFamily="34" charset="0"/>
                <a:cs typeface="Arial" panose="020B0604020202020204" pitchFamily="34" charset="0"/>
              </a:rPr>
              <a:t>1. </a:t>
            </a:r>
            <a:r>
              <a:rPr lang="da-DK" altLang="da-DK" sz="900" b="0" noProof="1">
                <a:solidFill>
                  <a:schemeClr val="tx1"/>
                </a:solidFill>
                <a:latin typeface="Arial" panose="020B0604020202020204" pitchFamily="34" charset="0"/>
                <a:cs typeface="Arial" panose="020B0604020202020204" pitchFamily="34" charset="0"/>
              </a:rPr>
              <a:t>Klik </a:t>
            </a:r>
            <a:r>
              <a:rPr lang="da-DK" altLang="da-DK" sz="900" b="1" noProof="1">
                <a:solidFill>
                  <a:schemeClr val="tx1"/>
                </a:solidFill>
                <a:latin typeface="Arial" panose="020B0604020202020204" pitchFamily="34" charset="0"/>
                <a:cs typeface="Arial" panose="020B0604020202020204" pitchFamily="34" charset="0"/>
              </a:rPr>
              <a:t>Beskær</a:t>
            </a:r>
            <a:r>
              <a:rPr lang="da-DK" altLang="da-DK" sz="900" b="0" noProof="1">
                <a:solidFill>
                  <a:schemeClr val="tx1"/>
                </a:solidFill>
                <a:latin typeface="Arial" panose="020B0604020202020204" pitchFamily="34" charset="0"/>
                <a:cs typeface="Arial" panose="020B0604020202020204" pitchFamily="34" charset="0"/>
              </a:rPr>
              <a:t> for at ændre </a:t>
            </a:r>
            <a:br>
              <a:rPr lang="da-DK" altLang="da-DK" sz="900" b="0" noProof="1">
                <a:solidFill>
                  <a:schemeClr val="tx1"/>
                </a:solidFill>
                <a:latin typeface="Arial" panose="020B0604020202020204" pitchFamily="34" charset="0"/>
                <a:cs typeface="Arial" panose="020B0604020202020204" pitchFamily="34" charset="0"/>
              </a:rPr>
            </a:br>
            <a:r>
              <a:rPr lang="da-DK" altLang="da-DK" sz="900" b="0" noProof="1">
                <a:solidFill>
                  <a:schemeClr val="tx1"/>
                </a:solidFill>
                <a:latin typeface="Arial" panose="020B0604020202020204" pitchFamily="34" charset="0"/>
                <a:cs typeface="Arial" panose="020B0604020202020204" pitchFamily="34" charset="0"/>
              </a:rPr>
              <a:t>billedets fokus/størrelse</a:t>
            </a:r>
          </a:p>
          <a:p>
            <a:pPr eaLnBrk="1" hangingPunct="1">
              <a:spcAft>
                <a:spcPts val="600"/>
              </a:spcAft>
              <a:defRPr/>
            </a:pPr>
            <a:r>
              <a:rPr lang="da-DK" altLang="da-DK" sz="900" b="1" noProof="1">
                <a:solidFill>
                  <a:schemeClr val="tx1"/>
                </a:solidFill>
                <a:latin typeface="Arial" panose="020B0604020202020204" pitchFamily="34" charset="0"/>
                <a:cs typeface="Arial" panose="020B0604020202020204" pitchFamily="34" charset="0"/>
              </a:rPr>
              <a:t>2. </a:t>
            </a:r>
            <a:r>
              <a:rPr lang="da-DK" altLang="da-DK" sz="900" b="0" noProof="1">
                <a:solidFill>
                  <a:schemeClr val="tx1"/>
                </a:solidFill>
                <a:latin typeface="Arial" panose="020B0604020202020204" pitchFamily="34" charset="0"/>
                <a:cs typeface="Arial" panose="020B0604020202020204" pitchFamily="34" charset="0"/>
              </a:rPr>
              <a:t>Ønsker du at skalere billedet, så </a:t>
            </a:r>
            <a:br>
              <a:rPr lang="da-DK" altLang="da-DK" sz="900" b="0" noProof="1">
                <a:solidFill>
                  <a:schemeClr val="tx1"/>
                </a:solidFill>
                <a:latin typeface="Arial" panose="020B0604020202020204" pitchFamily="34" charset="0"/>
                <a:cs typeface="Arial" panose="020B0604020202020204" pitchFamily="34" charset="0"/>
              </a:rPr>
            </a:br>
            <a:r>
              <a:rPr lang="da-DK" altLang="da-DK" sz="900" b="0" noProof="1">
                <a:solidFill>
                  <a:schemeClr val="tx1"/>
                </a:solidFill>
                <a:latin typeface="Arial" panose="020B0604020202020204" pitchFamily="34" charset="0"/>
                <a:cs typeface="Arial" panose="020B0604020202020204" pitchFamily="34" charset="0"/>
              </a:rPr>
              <a:t>hold </a:t>
            </a:r>
            <a:r>
              <a:rPr lang="da-DK" altLang="da-DK" sz="900" b="1" noProof="1">
                <a:solidFill>
                  <a:schemeClr val="tx1"/>
                </a:solidFill>
                <a:latin typeface="Arial" panose="020B0604020202020204" pitchFamily="34" charset="0"/>
                <a:cs typeface="Arial" panose="020B0604020202020204" pitchFamily="34" charset="0"/>
              </a:rPr>
              <a:t>SHIFT</a:t>
            </a:r>
            <a:r>
              <a:rPr lang="da-DK" altLang="da-DK" sz="900" b="0" noProof="1">
                <a:solidFill>
                  <a:schemeClr val="tx1"/>
                </a:solidFill>
                <a:latin typeface="Arial" panose="020B0604020202020204" pitchFamily="34" charset="0"/>
                <a:cs typeface="Arial" panose="020B0604020202020204" pitchFamily="34" charset="0"/>
              </a:rPr>
              <a:t>-knappen nede, mens </a:t>
            </a:r>
            <a:br>
              <a:rPr lang="da-DK" altLang="da-DK" sz="900" b="0" noProof="1">
                <a:solidFill>
                  <a:schemeClr val="tx1"/>
                </a:solidFill>
                <a:latin typeface="Arial" panose="020B0604020202020204" pitchFamily="34" charset="0"/>
                <a:cs typeface="Arial" panose="020B0604020202020204" pitchFamily="34" charset="0"/>
              </a:rPr>
            </a:br>
            <a:r>
              <a:rPr lang="da-DK" altLang="da-DK" sz="900" b="0" noProof="1">
                <a:solidFill>
                  <a:schemeClr val="tx1"/>
                </a:solidFill>
                <a:latin typeface="Arial" panose="020B0604020202020204" pitchFamily="34" charset="0"/>
                <a:cs typeface="Arial" panose="020B0604020202020204" pitchFamily="34" charset="0"/>
              </a:rPr>
              <a:t>du trækker i billedets hjørner</a:t>
            </a:r>
          </a:p>
          <a:p>
            <a:pPr eaLnBrk="1" hangingPunct="1">
              <a:spcAft>
                <a:spcPts val="600"/>
              </a:spcAft>
              <a:defRPr/>
            </a:pPr>
            <a:r>
              <a:rPr lang="da-DK" altLang="da-DK" sz="900" b="1" noProof="1">
                <a:solidFill>
                  <a:schemeClr val="tx1"/>
                </a:solidFill>
                <a:latin typeface="Arial" panose="020B0604020202020204" pitchFamily="34" charset="0"/>
                <a:cs typeface="Arial" panose="020B0604020202020204" pitchFamily="34" charset="0"/>
              </a:rPr>
              <a:t>Tips: </a:t>
            </a:r>
            <a:r>
              <a:rPr lang="da-DK" altLang="da-DK" sz="900" b="0" noProof="1">
                <a:solidFill>
                  <a:schemeClr val="tx1"/>
                </a:solidFill>
                <a:latin typeface="Arial" panose="020B0604020202020204" pitchFamily="34" charset="0"/>
                <a:cs typeface="Arial" panose="020B0604020202020204" pitchFamily="34" charset="0"/>
              </a:rPr>
              <a:t>Hvis du sletter billedet og </a:t>
            </a:r>
            <a:br>
              <a:rPr lang="da-DK" altLang="da-DK" sz="900" b="0" noProof="1">
                <a:solidFill>
                  <a:schemeClr val="tx1"/>
                </a:solidFill>
                <a:latin typeface="Arial" panose="020B0604020202020204" pitchFamily="34" charset="0"/>
                <a:cs typeface="Arial" panose="020B0604020202020204" pitchFamily="34" charset="0"/>
              </a:rPr>
            </a:br>
            <a:r>
              <a:rPr lang="da-DK" altLang="da-DK" sz="900" b="0" noProof="1">
                <a:solidFill>
                  <a:schemeClr val="tx1"/>
                </a:solidFill>
                <a:latin typeface="Arial" panose="020B0604020202020204" pitchFamily="34" charset="0"/>
                <a:cs typeface="Arial" panose="020B0604020202020204" pitchFamily="34" charset="0"/>
              </a:rPr>
              <a:t>indsætter et nyt, kan billedet lægge </a:t>
            </a:r>
            <a:br>
              <a:rPr lang="da-DK" altLang="da-DK" sz="900" b="0" noProof="1">
                <a:solidFill>
                  <a:schemeClr val="tx1"/>
                </a:solidFill>
                <a:latin typeface="Arial" panose="020B0604020202020204" pitchFamily="34" charset="0"/>
                <a:cs typeface="Arial" panose="020B0604020202020204" pitchFamily="34" charset="0"/>
              </a:rPr>
            </a:br>
            <a:r>
              <a:rPr lang="da-DK" altLang="da-DK" sz="900" b="0" noProof="1">
                <a:solidFill>
                  <a:schemeClr val="tx1"/>
                </a:solidFill>
                <a:latin typeface="Arial" panose="020B0604020202020204" pitchFamily="34" charset="0"/>
                <a:cs typeface="Arial" panose="020B0604020202020204" pitchFamily="34" charset="0"/>
              </a:rPr>
              <a:t>sig foran tekst og grafik. Hvis dette sker, højreklik på billedet og vælg </a:t>
            </a:r>
            <a:r>
              <a:rPr lang="da-DK" altLang="da-DK" sz="900" b="1" noProof="1">
                <a:solidFill>
                  <a:schemeClr val="tx1"/>
                </a:solidFill>
                <a:latin typeface="Arial" panose="020B0604020202020204" pitchFamily="34" charset="0"/>
                <a:cs typeface="Arial" panose="020B0604020202020204" pitchFamily="34" charset="0"/>
              </a:rPr>
              <a:t>Placer bagest</a:t>
            </a:r>
          </a:p>
          <a:p>
            <a:pPr eaLnBrk="1" hangingPunct="1">
              <a:spcBef>
                <a:spcPts val="1200"/>
              </a:spcBef>
              <a:spcAft>
                <a:spcPts val="600"/>
              </a:spcAft>
              <a:defRPr/>
            </a:pPr>
            <a:r>
              <a:rPr lang="da-DK" sz="1000" b="1" noProof="1">
                <a:solidFill>
                  <a:schemeClr val="tx1"/>
                </a:solidFill>
                <a:latin typeface="Arial" panose="020B0604020202020204" pitchFamily="34" charset="0"/>
                <a:cs typeface="Arial" panose="020B0604020202020204" pitchFamily="34" charset="0"/>
              </a:rPr>
              <a:t>Hjælpelinjer</a:t>
            </a:r>
          </a:p>
          <a:p>
            <a:pPr eaLnBrk="1" hangingPunct="1">
              <a:spcAft>
                <a:spcPts val="600"/>
              </a:spcAft>
              <a:defRPr/>
            </a:pPr>
            <a:r>
              <a:rPr lang="da-DK" altLang="da-DK" sz="900" b="0" noProof="1">
                <a:solidFill>
                  <a:schemeClr val="tx1"/>
                </a:solidFill>
                <a:latin typeface="Arial" panose="020B0604020202020204" pitchFamily="34" charset="0"/>
                <a:cs typeface="Arial" panose="020B0604020202020204" pitchFamily="34" charset="0"/>
              </a:rPr>
              <a:t>For at se hjælpelinjer</a:t>
            </a:r>
          </a:p>
          <a:p>
            <a:pPr eaLnBrk="1" hangingPunct="1">
              <a:spcAft>
                <a:spcPts val="600"/>
              </a:spcAft>
              <a:defRPr/>
            </a:pPr>
            <a:r>
              <a:rPr lang="da-DK" altLang="da-DK" sz="900" b="1" noProof="1">
                <a:solidFill>
                  <a:schemeClr val="tx1"/>
                </a:solidFill>
                <a:latin typeface="Arial" panose="020B0604020202020204" pitchFamily="34" charset="0"/>
                <a:cs typeface="Arial" panose="020B0604020202020204" pitchFamily="34" charset="0"/>
              </a:rPr>
              <a:t>1. </a:t>
            </a:r>
            <a:r>
              <a:rPr lang="da-DK" altLang="da-DK" sz="900" b="0" noProof="1">
                <a:solidFill>
                  <a:schemeClr val="tx1"/>
                </a:solidFill>
                <a:latin typeface="Arial" panose="020B0604020202020204" pitchFamily="34" charset="0"/>
                <a:cs typeface="Arial" panose="020B0604020202020204" pitchFamily="34" charset="0"/>
              </a:rPr>
              <a:t>Klik på fanen </a:t>
            </a:r>
            <a:r>
              <a:rPr lang="da-DK" altLang="da-DK" sz="900" b="1" noProof="1">
                <a:solidFill>
                  <a:schemeClr val="tx1"/>
                </a:solidFill>
                <a:latin typeface="Arial" panose="020B0604020202020204" pitchFamily="34" charset="0"/>
                <a:cs typeface="Arial" panose="020B0604020202020204" pitchFamily="34" charset="0"/>
              </a:rPr>
              <a:t>Vis </a:t>
            </a:r>
            <a:r>
              <a:rPr lang="da-DK" altLang="da-DK" sz="900" b="0" noProof="1">
                <a:solidFill>
                  <a:schemeClr val="tx1"/>
                </a:solidFill>
                <a:latin typeface="Arial" panose="020B0604020202020204" pitchFamily="34" charset="0"/>
                <a:cs typeface="Arial" panose="020B0604020202020204" pitchFamily="34" charset="0"/>
              </a:rPr>
              <a:t>og sæt hak ved </a:t>
            </a:r>
            <a:r>
              <a:rPr lang="da-DK" altLang="da-DK" sz="900" b="1" noProof="1">
                <a:solidFill>
                  <a:schemeClr val="tx1"/>
                </a:solidFill>
                <a:latin typeface="Arial" panose="020B0604020202020204" pitchFamily="34" charset="0"/>
                <a:cs typeface="Arial" panose="020B0604020202020204" pitchFamily="34" charset="0"/>
              </a:rPr>
              <a:t>Hjælpelinjer</a:t>
            </a:r>
          </a:p>
          <a:p>
            <a:pPr eaLnBrk="1" hangingPunct="1">
              <a:spcAft>
                <a:spcPts val="600"/>
              </a:spcAft>
              <a:defRPr/>
            </a:pPr>
            <a:endParaRPr lang="da-DK" altLang="da-DK" sz="900" b="0"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da-DK" altLang="da-DK" sz="900" b="1" noProof="1">
                <a:solidFill>
                  <a:schemeClr val="tx1"/>
                </a:solidFill>
                <a:latin typeface="Arial" panose="020B0604020202020204" pitchFamily="34" charset="0"/>
                <a:cs typeface="Arial" panose="020B0604020202020204" pitchFamily="34" charset="0"/>
              </a:rPr>
              <a:t>Tips: Alt + F9 </a:t>
            </a:r>
            <a:r>
              <a:rPr lang="da-DK" altLang="da-DK" sz="900" b="0" noProof="1">
                <a:solidFill>
                  <a:schemeClr val="tx1"/>
                </a:solidFill>
                <a:latin typeface="Arial" panose="020B0604020202020204" pitchFamily="34" charset="0"/>
                <a:cs typeface="Arial" panose="020B0604020202020204" pitchFamily="34" charset="0"/>
              </a:rPr>
              <a:t>for hurtig visning af hjælpelinjer</a:t>
            </a:r>
          </a:p>
          <a:p>
            <a:pPr eaLnBrk="1" hangingPunct="1">
              <a:spcAft>
                <a:spcPts val="600"/>
              </a:spcAft>
              <a:defRPr/>
            </a:pPr>
            <a:endParaRPr lang="da-DK" altLang="da-DK" sz="900" b="1" noProof="1">
              <a:solidFill>
                <a:schemeClr val="tx1"/>
              </a:solidFill>
              <a:latin typeface="Arial" panose="020B0604020202020204" pitchFamily="34" charset="0"/>
              <a:cs typeface="Arial" panose="020B0604020202020204" pitchFamily="34" charset="0"/>
            </a:endParaRPr>
          </a:p>
        </p:txBody>
      </p:sp>
      <p:sp>
        <p:nvSpPr>
          <p:cNvPr id="25" name="Text Box 4"/>
          <p:cNvSpPr txBox="1">
            <a:spLocks noChangeArrowheads="1"/>
          </p:cNvSpPr>
          <p:nvPr userDrawn="1"/>
        </p:nvSpPr>
        <p:spPr bwMode="auto">
          <a:xfrm>
            <a:off x="9109857" y="1815926"/>
            <a:ext cx="2358243"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da-DK" sz="1000" b="1" noProof="1">
                <a:solidFill>
                  <a:schemeClr val="tx1"/>
                </a:solidFill>
                <a:latin typeface="Arial" panose="020B0604020202020204" pitchFamily="34" charset="0"/>
                <a:cs typeface="Arial" panose="020B0604020202020204" pitchFamily="34" charset="0"/>
              </a:rPr>
              <a:t>For at justere dato</a:t>
            </a:r>
          </a:p>
          <a:p>
            <a:pPr marL="0" marR="0" lvl="0" indent="0" algn="l" defTabSz="914400" rtl="0" eaLnBrk="1" fontAlgn="auto" latinLnBrk="0" hangingPunct="1">
              <a:lnSpc>
                <a:spcPct val="100000"/>
              </a:lnSpc>
              <a:spcBef>
                <a:spcPts val="0"/>
              </a:spcBef>
              <a:spcAft>
                <a:spcPts val="600"/>
              </a:spcAft>
              <a:buClrTx/>
              <a:buSzTx/>
              <a:buFontTx/>
              <a:buNone/>
              <a:tabLst/>
              <a:defRPr/>
            </a:pPr>
            <a:r>
              <a:rPr lang="da-DK" altLang="da-DK" sz="900" b="0" noProof="1">
                <a:solidFill>
                  <a:schemeClr val="tx1"/>
                </a:solidFill>
                <a:latin typeface="Arial" panose="020B0604020202020204" pitchFamily="34" charset="0"/>
                <a:cs typeface="Arial" panose="020B0604020202020204" pitchFamily="34" charset="0"/>
              </a:rPr>
              <a:t>Gør dette som</a:t>
            </a:r>
            <a:r>
              <a:rPr lang="da-DK" altLang="da-DK" sz="900" b="0" baseline="0" noProof="1">
                <a:solidFill>
                  <a:schemeClr val="tx1"/>
                </a:solidFill>
                <a:latin typeface="Arial" panose="020B0604020202020204" pitchFamily="34" charset="0"/>
                <a:cs typeface="Arial" panose="020B0604020202020204" pitchFamily="34" charset="0"/>
              </a:rPr>
              <a:t> det sidste i din præsentation, så det slår igennem på alle slides</a:t>
            </a:r>
            <a:endParaRPr lang="da-DK" sz="9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da-DK" altLang="da-DK" sz="900" b="1" noProof="1">
                <a:solidFill>
                  <a:schemeClr val="tx1"/>
                </a:solidFill>
                <a:latin typeface="Arial" panose="020B0604020202020204" pitchFamily="34" charset="0"/>
                <a:cs typeface="Arial" panose="020B0604020202020204" pitchFamily="34" charset="0"/>
              </a:rPr>
              <a:t>1. </a:t>
            </a:r>
            <a:r>
              <a:rPr lang="da-DK" altLang="da-DK" sz="900" b="0" noProof="1">
                <a:solidFill>
                  <a:schemeClr val="tx1"/>
                </a:solidFill>
                <a:latin typeface="Arial" panose="020B0604020202020204" pitchFamily="34" charset="0"/>
                <a:cs typeface="Arial" panose="020B0604020202020204" pitchFamily="34" charset="0"/>
              </a:rPr>
              <a:t>Klik på fanen </a:t>
            </a:r>
            <a:r>
              <a:rPr lang="da-DK" altLang="da-DK" sz="900" b="1" noProof="1">
                <a:solidFill>
                  <a:schemeClr val="tx1"/>
                </a:solidFill>
                <a:latin typeface="Arial" panose="020B0604020202020204" pitchFamily="34" charset="0"/>
                <a:cs typeface="Arial" panose="020B0604020202020204" pitchFamily="34" charset="0"/>
              </a:rPr>
              <a:t>Indsæt</a:t>
            </a:r>
          </a:p>
          <a:p>
            <a:pPr eaLnBrk="1" hangingPunct="1">
              <a:spcAft>
                <a:spcPts val="600"/>
              </a:spcAft>
              <a:defRPr/>
            </a:pPr>
            <a:r>
              <a:rPr lang="da-DK" altLang="da-DK" sz="900" b="1" noProof="1">
                <a:solidFill>
                  <a:schemeClr val="tx1"/>
                </a:solidFill>
                <a:latin typeface="Arial" panose="020B0604020202020204" pitchFamily="34" charset="0"/>
                <a:cs typeface="Arial" panose="020B0604020202020204" pitchFamily="34" charset="0"/>
              </a:rPr>
              <a:t>2. </a:t>
            </a:r>
            <a:r>
              <a:rPr lang="da-DK" altLang="da-DK" sz="900" b="0" noProof="1">
                <a:solidFill>
                  <a:schemeClr val="tx1"/>
                </a:solidFill>
                <a:latin typeface="Arial" panose="020B0604020202020204" pitchFamily="34" charset="0"/>
                <a:cs typeface="Arial" panose="020B0604020202020204" pitchFamily="34" charset="0"/>
              </a:rPr>
              <a:t>Klik </a:t>
            </a:r>
            <a:r>
              <a:rPr lang="da-DK" altLang="da-DK" sz="900" b="1" noProof="1">
                <a:solidFill>
                  <a:schemeClr val="tx1"/>
                </a:solidFill>
                <a:latin typeface="Arial" panose="020B0604020202020204" pitchFamily="34" charset="0"/>
                <a:cs typeface="Arial" panose="020B0604020202020204" pitchFamily="34" charset="0"/>
              </a:rPr>
              <a:t>Sidehoved og Sidefod</a:t>
            </a:r>
            <a:r>
              <a:rPr lang="da-DK" altLang="da-DK" sz="900" b="0" noProof="1">
                <a:solidFill>
                  <a:schemeClr val="tx1"/>
                </a:solidFill>
                <a:latin typeface="Arial" panose="020B0604020202020204" pitchFamily="34" charset="0"/>
                <a:cs typeface="Arial" panose="020B0604020202020204" pitchFamily="34" charset="0"/>
              </a:rPr>
              <a:t/>
            </a:r>
            <a:br>
              <a:rPr lang="da-DK" altLang="da-DK" sz="900" b="0" noProof="1">
                <a:solidFill>
                  <a:schemeClr val="tx1"/>
                </a:solidFill>
                <a:latin typeface="Arial" panose="020B0604020202020204" pitchFamily="34" charset="0"/>
                <a:cs typeface="Arial" panose="020B0604020202020204" pitchFamily="34" charset="0"/>
              </a:rPr>
            </a:br>
            <a:r>
              <a:rPr lang="da-DK" altLang="da-DK" sz="900" b="0" noProof="1">
                <a:solidFill>
                  <a:schemeClr val="tx1"/>
                </a:solidFill>
                <a:latin typeface="Arial" panose="020B0604020202020204" pitchFamily="34" charset="0"/>
                <a:cs typeface="Arial" panose="020B0604020202020204" pitchFamily="34" charset="0"/>
              </a:rPr>
              <a:t>(indtast evt. anden dato i feltet fast)</a:t>
            </a:r>
          </a:p>
          <a:p>
            <a:pPr eaLnBrk="1" hangingPunct="1">
              <a:spcAft>
                <a:spcPts val="600"/>
              </a:spcAft>
              <a:defRPr/>
            </a:pPr>
            <a:r>
              <a:rPr lang="da-DK" altLang="da-DK" sz="900" b="0" noProof="1">
                <a:solidFill>
                  <a:schemeClr val="tx1"/>
                </a:solidFill>
                <a:latin typeface="Arial" panose="020B0604020202020204" pitchFamily="34" charset="0"/>
                <a:cs typeface="Arial" panose="020B0604020202020204" pitchFamily="34" charset="0"/>
              </a:rPr>
              <a:t>Vælg </a:t>
            </a:r>
            <a:r>
              <a:rPr lang="da-DK" altLang="da-DK" sz="900" b="1" noProof="1">
                <a:solidFill>
                  <a:schemeClr val="tx1"/>
                </a:solidFill>
                <a:latin typeface="Arial" panose="020B0604020202020204" pitchFamily="34" charset="0"/>
                <a:cs typeface="Arial" panose="020B0604020202020204" pitchFamily="34" charset="0"/>
              </a:rPr>
              <a:t>Anvend på alle </a:t>
            </a:r>
            <a:r>
              <a:rPr lang="da-DK" altLang="da-DK" sz="900" b="0" noProof="1">
                <a:solidFill>
                  <a:schemeClr val="tx1"/>
                </a:solidFill>
                <a:latin typeface="Arial" panose="020B0604020202020204" pitchFamily="34" charset="0"/>
                <a:cs typeface="Arial" panose="020B0604020202020204" pitchFamily="34" charset="0"/>
              </a:rPr>
              <a:t>eller </a:t>
            </a:r>
            <a:r>
              <a:rPr lang="da-DK" altLang="da-DK" sz="900" b="1" noProof="1">
                <a:solidFill>
                  <a:schemeClr val="tx1"/>
                </a:solidFill>
                <a:latin typeface="Arial" panose="020B0604020202020204" pitchFamily="34" charset="0"/>
                <a:cs typeface="Arial" panose="020B0604020202020204" pitchFamily="34" charset="0"/>
              </a:rPr>
              <a:t>Anvend</a:t>
            </a:r>
            <a:r>
              <a:rPr lang="da-DK" altLang="da-DK" sz="900" b="0" noProof="1">
                <a:solidFill>
                  <a:schemeClr val="tx1"/>
                </a:solidFill>
                <a:latin typeface="Arial" panose="020B0604020202020204" pitchFamily="34" charset="0"/>
                <a:cs typeface="Arial" panose="020B0604020202020204" pitchFamily="34" charset="0"/>
              </a:rPr>
              <a:t> hvis det kun skal være på et enkelt slide</a:t>
            </a:r>
          </a:p>
          <a:p>
            <a:pPr eaLnBrk="1" hangingPunct="1">
              <a:spcAft>
                <a:spcPts val="600"/>
              </a:spcAft>
              <a:defRPr/>
            </a:pPr>
            <a:endParaRPr lang="da-DK" altLang="da-DK" sz="900" b="0" noProof="1">
              <a:solidFill>
                <a:schemeClr val="tx1"/>
              </a:solidFill>
              <a:latin typeface="Arial" panose="020B0604020202020204" pitchFamily="34" charset="0"/>
              <a:cs typeface="Arial" panose="020B0604020202020204" pitchFamily="34" charset="0"/>
            </a:endParaRPr>
          </a:p>
        </p:txBody>
      </p:sp>
      <p:pic>
        <p:nvPicPr>
          <p:cNvPr id="28" name="1 Forøg formindsk"/>
          <p:cNvPicPr>
            <a:picLocks noChangeAspect="1"/>
          </p:cNvPicPr>
          <p:nvPr userDrawn="1"/>
        </p:nvPicPr>
        <p:blipFill>
          <a:blip r:embed="rId2"/>
          <a:stretch>
            <a:fillRect/>
          </a:stretch>
        </p:blipFill>
        <p:spPr>
          <a:xfrm>
            <a:off x="2879935" y="2877130"/>
            <a:ext cx="549328" cy="285228"/>
          </a:xfrm>
          <a:prstGeom prst="rect">
            <a:avLst/>
          </a:prstGeom>
        </p:spPr>
      </p:pic>
      <p:pic>
        <p:nvPicPr>
          <p:cNvPr id="20" name="2 Ny slide"/>
          <p:cNvPicPr>
            <a:picLocks noChangeAspect="1"/>
          </p:cNvPicPr>
          <p:nvPr userDrawn="1"/>
        </p:nvPicPr>
        <p:blipFill rotWithShape="1">
          <a:blip r:embed="rId3"/>
          <a:srcRect l="2931" r="60888"/>
          <a:stretch/>
        </p:blipFill>
        <p:spPr>
          <a:xfrm>
            <a:off x="2893854" y="3538594"/>
            <a:ext cx="363713" cy="647461"/>
          </a:xfrm>
          <a:prstGeom prst="rect">
            <a:avLst/>
          </a:prstGeom>
        </p:spPr>
      </p:pic>
      <p:pic>
        <p:nvPicPr>
          <p:cNvPr id="16" name="3 Layout"/>
          <p:cNvPicPr>
            <a:picLocks noChangeAspect="1"/>
          </p:cNvPicPr>
          <p:nvPr userDrawn="1"/>
        </p:nvPicPr>
        <p:blipFill rotWithShape="1">
          <a:blip r:embed="rId3"/>
          <a:srcRect l="36944" r="2272" b="69429"/>
          <a:stretch/>
        </p:blipFill>
        <p:spPr>
          <a:xfrm>
            <a:off x="2909319" y="4208198"/>
            <a:ext cx="593368" cy="192211"/>
          </a:xfrm>
          <a:prstGeom prst="rect">
            <a:avLst/>
          </a:prstGeom>
        </p:spPr>
      </p:pic>
      <p:pic>
        <p:nvPicPr>
          <p:cNvPr id="24" name="4 Nulstil"/>
          <p:cNvPicPr>
            <a:picLocks noChangeAspect="1"/>
          </p:cNvPicPr>
          <p:nvPr userDrawn="1"/>
        </p:nvPicPr>
        <p:blipFill>
          <a:blip r:embed="rId4"/>
          <a:stretch>
            <a:fillRect/>
          </a:stretch>
        </p:blipFill>
        <p:spPr>
          <a:xfrm>
            <a:off x="2882022" y="5318642"/>
            <a:ext cx="547241" cy="197798"/>
          </a:xfrm>
          <a:prstGeom prst="rect">
            <a:avLst/>
          </a:prstGeom>
        </p:spPr>
      </p:pic>
      <p:pic>
        <p:nvPicPr>
          <p:cNvPr id="5" name="5 Indsæt billede"/>
          <p:cNvPicPr>
            <a:picLocks noChangeAspect="1"/>
          </p:cNvPicPr>
          <p:nvPr userDrawn="1"/>
        </p:nvPicPr>
        <p:blipFill>
          <a:blip r:embed="rId5"/>
          <a:stretch>
            <a:fillRect/>
          </a:stretch>
        </p:blipFill>
        <p:spPr>
          <a:xfrm>
            <a:off x="7001165" y="2075087"/>
            <a:ext cx="262151" cy="256054"/>
          </a:xfrm>
          <a:prstGeom prst="rect">
            <a:avLst/>
          </a:prstGeom>
        </p:spPr>
      </p:pic>
      <p:pic>
        <p:nvPicPr>
          <p:cNvPr id="23" name="6 Beskær"/>
          <p:cNvPicPr>
            <a:picLocks noChangeAspect="1"/>
          </p:cNvPicPr>
          <p:nvPr userDrawn="1"/>
        </p:nvPicPr>
        <p:blipFill>
          <a:blip r:embed="rId6"/>
          <a:stretch>
            <a:fillRect/>
          </a:stretch>
        </p:blipFill>
        <p:spPr>
          <a:xfrm>
            <a:off x="6981797" y="2748409"/>
            <a:ext cx="337400" cy="321707"/>
          </a:xfrm>
          <a:prstGeom prst="rect">
            <a:avLst/>
          </a:prstGeom>
        </p:spPr>
      </p:pic>
      <p:pic>
        <p:nvPicPr>
          <p:cNvPr id="2" name="7 Skalér billede"/>
          <p:cNvPicPr>
            <a:picLocks noChangeAspect="1"/>
          </p:cNvPicPr>
          <p:nvPr userDrawn="1"/>
        </p:nvPicPr>
        <p:blipFill>
          <a:blip r:embed="rId7"/>
          <a:stretch>
            <a:fillRect/>
          </a:stretch>
        </p:blipFill>
        <p:spPr>
          <a:xfrm>
            <a:off x="6959502" y="3242399"/>
            <a:ext cx="359695" cy="335309"/>
          </a:xfrm>
          <a:prstGeom prst="rect">
            <a:avLst/>
          </a:prstGeom>
        </p:spPr>
      </p:pic>
      <p:sp>
        <p:nvSpPr>
          <p:cNvPr id="14" name="Pladsholder til dato 2" hidden="1"/>
          <p:cNvSpPr>
            <a:spLocks noGrp="1"/>
          </p:cNvSpPr>
          <p:nvPr>
            <p:ph type="dt" sz="half" idx="10"/>
          </p:nvPr>
        </p:nvSpPr>
        <p:spPr>
          <a:xfrm>
            <a:off x="0" y="6912000"/>
            <a:ext cx="0" cy="0"/>
          </a:xfrm>
        </p:spPr>
        <p:txBody>
          <a:bodyPr/>
          <a:lstStyle>
            <a:lvl1pPr>
              <a:defRPr sz="100">
                <a:noFill/>
              </a:defRPr>
            </a:lvl1pPr>
          </a:lstStyle>
          <a:p>
            <a:fld id="{D975665A-61CB-4DAB-8750-5B97BD1810B6}" type="datetime5">
              <a:rPr lang="da-DK" smtClean="0"/>
              <a:pPr/>
              <a:t>marts 2026</a:t>
            </a:fld>
            <a:endParaRPr lang="da-DK" dirty="0"/>
          </a:p>
        </p:txBody>
      </p:sp>
      <p:pic>
        <p:nvPicPr>
          <p:cNvPr id="4" name="Billede 3"/>
          <p:cNvPicPr>
            <a:picLocks noChangeAspect="1"/>
          </p:cNvPicPr>
          <p:nvPr userDrawn="1"/>
        </p:nvPicPr>
        <p:blipFill>
          <a:blip r:embed="rId8"/>
          <a:stretch>
            <a:fillRect/>
          </a:stretch>
        </p:blipFill>
        <p:spPr>
          <a:xfrm>
            <a:off x="9129422" y="3467151"/>
            <a:ext cx="2338677" cy="1500775"/>
          </a:xfrm>
          <a:prstGeom prst="rect">
            <a:avLst/>
          </a:prstGeom>
        </p:spPr>
      </p:pic>
    </p:spTree>
    <p:extLst>
      <p:ext uri="{BB962C8B-B14F-4D97-AF65-F5344CB8AC3E}">
        <p14:creationId xmlns:p14="http://schemas.microsoft.com/office/powerpoint/2010/main" val="192448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Bund logo" hidden="1"/>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08025" y="5684744"/>
            <a:ext cx="10760075" cy="870365"/>
          </a:xfrm>
          <a:prstGeom prst="rect">
            <a:avLst/>
          </a:prstGeom>
        </p:spPr>
      </p:pic>
      <p:sp>
        <p:nvSpPr>
          <p:cNvPr id="2" name="Title Placeholder 1"/>
          <p:cNvSpPr>
            <a:spLocks noGrp="1"/>
          </p:cNvSpPr>
          <p:nvPr>
            <p:ph type="title"/>
          </p:nvPr>
        </p:nvSpPr>
        <p:spPr>
          <a:xfrm>
            <a:off x="719138" y="655604"/>
            <a:ext cx="6840000" cy="1504666"/>
          </a:xfrm>
          <a:prstGeom prst="rect">
            <a:avLst/>
          </a:prstGeom>
        </p:spPr>
        <p:txBody>
          <a:bodyPr vert="horz" lIns="0" tIns="0" rIns="0" bIns="0" rtlCol="0" anchor="t" anchorCtr="0">
            <a:noAutofit/>
          </a:bodyPr>
          <a:lstStyle/>
          <a:p>
            <a:r>
              <a:rPr lang="da-DK" smtClean="0"/>
              <a:t>Klik for at redigere i master</a:t>
            </a:r>
            <a:endParaRPr lang="en-GB" dirty="0"/>
          </a:p>
        </p:txBody>
      </p:sp>
      <p:sp>
        <p:nvSpPr>
          <p:cNvPr id="3" name="Text Placeholder 2"/>
          <p:cNvSpPr>
            <a:spLocks noGrp="1"/>
          </p:cNvSpPr>
          <p:nvPr>
            <p:ph type="body" idx="1"/>
          </p:nvPr>
        </p:nvSpPr>
        <p:spPr>
          <a:xfrm>
            <a:off x="719138" y="2802103"/>
            <a:ext cx="6840000" cy="2484000"/>
          </a:xfrm>
          <a:prstGeom prst="rect">
            <a:avLst/>
          </a:prstGeom>
        </p:spPr>
        <p:txBody>
          <a:bodyPr vert="horz" lIns="0" tIns="0" rIns="0" bIns="0" rtlCol="0">
            <a:noAutofit/>
          </a:bodyPr>
          <a:lstStyle/>
          <a:p>
            <a:pPr lvl="0"/>
            <a:r>
              <a:rPr lang="en-GB" noProof="0" dirty="0"/>
              <a:t>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a:p>
            <a:pPr lvl="5"/>
            <a:r>
              <a:rPr lang="en-GB" noProof="0" dirty="0"/>
              <a:t>6</a:t>
            </a:r>
          </a:p>
          <a:p>
            <a:pPr lvl="6"/>
            <a:r>
              <a:rPr lang="en-GB" noProof="0" dirty="0"/>
              <a:t>7</a:t>
            </a:r>
          </a:p>
          <a:p>
            <a:pPr lvl="7"/>
            <a:r>
              <a:rPr lang="en-GB" noProof="0" dirty="0"/>
              <a:t>8</a:t>
            </a:r>
          </a:p>
          <a:p>
            <a:pPr lvl="8"/>
            <a:r>
              <a:rPr lang="en-GB" noProof="0" dirty="0"/>
              <a:t>9</a:t>
            </a:r>
          </a:p>
        </p:txBody>
      </p:sp>
      <p:sp>
        <p:nvSpPr>
          <p:cNvPr id="4" name="Date_DateCustomA"/>
          <p:cNvSpPr>
            <a:spLocks noGrp="1"/>
          </p:cNvSpPr>
          <p:nvPr>
            <p:ph type="dt" sz="half" idx="2"/>
          </p:nvPr>
        </p:nvSpPr>
        <p:spPr>
          <a:xfrm>
            <a:off x="9066345" y="6293109"/>
            <a:ext cx="2401755" cy="180000"/>
          </a:xfrm>
          <a:prstGeom prst="rect">
            <a:avLst/>
          </a:prstGeom>
        </p:spPr>
        <p:txBody>
          <a:bodyPr vert="horz" lIns="0" tIns="0" rIns="0" bIns="0" rtlCol="0" anchor="b" anchorCtr="0"/>
          <a:lstStyle>
            <a:lvl1pPr algn="r">
              <a:lnSpc>
                <a:spcPct val="106000"/>
              </a:lnSpc>
              <a:defRPr sz="1100">
                <a:solidFill>
                  <a:schemeClr val="tx1"/>
                </a:solidFill>
              </a:defRPr>
            </a:lvl1pPr>
          </a:lstStyle>
          <a:p>
            <a:fld id="{D975665A-61CB-4DAB-8750-5B97BD1810B6}" type="datetime5">
              <a:rPr lang="da-DK" smtClean="0"/>
              <a:pPr/>
              <a:t>marts 2026</a:t>
            </a:fld>
            <a:endParaRPr lang="en-GB" dirty="0"/>
          </a:p>
        </p:txBody>
      </p:sp>
      <p:cxnSp>
        <p:nvCxnSpPr>
          <p:cNvPr id="15" name="Logo streg"/>
          <p:cNvCxnSpPr/>
          <p:nvPr userDrawn="1"/>
        </p:nvCxnSpPr>
        <p:spPr>
          <a:xfrm>
            <a:off x="719137" y="5979706"/>
            <a:ext cx="10749600" cy="0"/>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Logo"/>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685958" y="5619111"/>
            <a:ext cx="1144727" cy="976951"/>
          </a:xfrm>
          <a:prstGeom prst="rect">
            <a:avLst/>
          </a:prstGeom>
        </p:spPr>
      </p:pic>
    </p:spTree>
    <p:extLst>
      <p:ext uri="{BB962C8B-B14F-4D97-AF65-F5344CB8AC3E}">
        <p14:creationId xmlns:p14="http://schemas.microsoft.com/office/powerpoint/2010/main" val="3326007394"/>
      </p:ext>
    </p:extLst>
  </p:cSld>
  <p:clrMap bg1="lt1" tx1="dk1" bg2="lt2" tx2="dk2" accent1="accent1" accent2="accent2" accent3="accent3" accent4="accent4" accent5="accent5" accent6="accent6" hlink="hlink" folHlink="folHlink"/>
  <p:sldLayoutIdLst>
    <p:sldLayoutId id="2147483724" r:id="rId1"/>
    <p:sldLayoutId id="2147483750" r:id="rId2"/>
    <p:sldLayoutId id="2147483751" r:id="rId3"/>
    <p:sldLayoutId id="2147483752" r:id="rId4"/>
    <p:sldLayoutId id="2147483728" r:id="rId5"/>
    <p:sldLayoutId id="2147483730" r:id="rId6"/>
    <p:sldLayoutId id="2147483744" r:id="rId7"/>
    <p:sldLayoutId id="2147483745" r:id="rId8"/>
    <p:sldLayoutId id="2147483746" r:id="rId9"/>
    <p:sldLayoutId id="2147483739" r:id="rId10"/>
    <p:sldLayoutId id="2147483740" r:id="rId11"/>
    <p:sldLayoutId id="2147483743" r:id="rId12"/>
  </p:sldLayoutIdLst>
  <p:hf sldNum="0" hdr="0" ftr="0"/>
  <p:txStyles>
    <p:titleStyle>
      <a:lvl1pPr algn="l" defTabSz="914400" rtl="0" eaLnBrk="1" latinLnBrk="0" hangingPunct="1">
        <a:lnSpc>
          <a:spcPct val="83000"/>
        </a:lnSpc>
        <a:spcBef>
          <a:spcPct val="0"/>
        </a:spcBef>
        <a:buNone/>
        <a:defRPr sz="5000" b="1" kern="1200">
          <a:solidFill>
            <a:schemeClr val="tx1"/>
          </a:solidFill>
          <a:latin typeface="+mj-lt"/>
          <a:ea typeface="+mj-ea"/>
          <a:cs typeface="+mj-cs"/>
        </a:defRPr>
      </a:lvl1pPr>
    </p:titleStyle>
    <p:bodyStyle>
      <a:lvl1pPr marL="252000" indent="-252000" algn="l" defTabSz="914400" rtl="0" eaLnBrk="1" latinLnBrk="0" hangingPunct="1">
        <a:lnSpc>
          <a:spcPct val="99000"/>
        </a:lnSpc>
        <a:spcBef>
          <a:spcPts val="0"/>
        </a:spcBef>
        <a:buFont typeface="Arial" panose="020B0604020202020204" pitchFamily="34" charset="0"/>
        <a:buChar char="―"/>
        <a:defRPr sz="1300" kern="1200">
          <a:solidFill>
            <a:schemeClr val="tx1"/>
          </a:solidFill>
          <a:latin typeface="+mn-lt"/>
          <a:ea typeface="+mn-ea"/>
          <a:cs typeface="+mn-cs"/>
        </a:defRPr>
      </a:lvl1pPr>
      <a:lvl2pPr marL="432000" indent="-180000" algn="l" defTabSz="914400" rtl="0" eaLnBrk="1" latinLnBrk="0" hangingPunct="1">
        <a:lnSpc>
          <a:spcPct val="99000"/>
        </a:lnSpc>
        <a:spcBef>
          <a:spcPts val="0"/>
        </a:spcBef>
        <a:buFont typeface="Arial" panose="020B0604020202020204" pitchFamily="34" charset="0"/>
        <a:buChar char="–"/>
        <a:defRPr sz="1300" kern="1200">
          <a:solidFill>
            <a:schemeClr val="tx1"/>
          </a:solidFill>
          <a:latin typeface="+mn-lt"/>
          <a:ea typeface="+mn-ea"/>
          <a:cs typeface="+mn-cs"/>
        </a:defRPr>
      </a:lvl2pPr>
      <a:lvl3pPr marL="576000" indent="-144000" algn="l" defTabSz="914400" rtl="0" eaLnBrk="1" latinLnBrk="0" hangingPunct="1">
        <a:lnSpc>
          <a:spcPct val="99000"/>
        </a:lnSpc>
        <a:spcBef>
          <a:spcPts val="0"/>
        </a:spcBef>
        <a:buFont typeface="Arial" panose="020B0604020202020204" pitchFamily="34" charset="0"/>
        <a:buChar char="-"/>
        <a:defRPr sz="1300" kern="1200">
          <a:solidFill>
            <a:schemeClr val="tx1"/>
          </a:solidFill>
          <a:latin typeface="+mn-lt"/>
          <a:ea typeface="+mn-ea"/>
          <a:cs typeface="+mn-cs"/>
        </a:defRPr>
      </a:lvl3pPr>
      <a:lvl4pPr marL="0" indent="0" algn="l" defTabSz="914400" rtl="0" eaLnBrk="1" latinLnBrk="0" hangingPunct="1">
        <a:lnSpc>
          <a:spcPct val="99000"/>
        </a:lnSpc>
        <a:spcBef>
          <a:spcPts val="1400"/>
        </a:spcBef>
        <a:spcAft>
          <a:spcPts val="1400"/>
        </a:spcAft>
        <a:buFont typeface="Arial" panose="020B0604020202020204" pitchFamily="34" charset="0"/>
        <a:buChar char="​"/>
        <a:defRPr sz="1300" b="1" kern="1200">
          <a:solidFill>
            <a:schemeClr val="tx1"/>
          </a:solidFill>
          <a:latin typeface="+mn-lt"/>
          <a:ea typeface="+mn-ea"/>
          <a:cs typeface="+mn-cs"/>
        </a:defRPr>
      </a:lvl4pPr>
      <a:lvl5pPr marL="576000" indent="-144000" algn="l" defTabSz="914400" rtl="0" eaLnBrk="1" latinLnBrk="0" hangingPunct="1">
        <a:lnSpc>
          <a:spcPct val="99000"/>
        </a:lnSpc>
        <a:spcBef>
          <a:spcPts val="0"/>
        </a:spcBef>
        <a:buFont typeface="Arial" panose="020B0604020202020204" pitchFamily="34" charset="0"/>
        <a:buChar char="-"/>
        <a:defRPr sz="1300" kern="1200">
          <a:solidFill>
            <a:schemeClr val="tx1"/>
          </a:solidFill>
          <a:latin typeface="+mn-lt"/>
          <a:ea typeface="+mn-ea"/>
          <a:cs typeface="+mn-cs"/>
        </a:defRPr>
      </a:lvl5pPr>
      <a:lvl6pPr marL="576000" indent="-144000" algn="l" defTabSz="914400" rtl="0" eaLnBrk="1" latinLnBrk="0" hangingPunct="1">
        <a:lnSpc>
          <a:spcPct val="99000"/>
        </a:lnSpc>
        <a:spcBef>
          <a:spcPts val="0"/>
        </a:spcBef>
        <a:buFont typeface="Arial" panose="020B0604020202020204" pitchFamily="34" charset="0"/>
        <a:buChar char="-"/>
        <a:defRPr sz="1300" kern="1200">
          <a:solidFill>
            <a:schemeClr val="tx1"/>
          </a:solidFill>
          <a:latin typeface="+mn-lt"/>
          <a:ea typeface="+mn-ea"/>
          <a:cs typeface="+mn-cs"/>
        </a:defRPr>
      </a:lvl6pPr>
      <a:lvl7pPr marL="576000" indent="-144000" algn="l" defTabSz="914400" rtl="0" eaLnBrk="1" latinLnBrk="0" hangingPunct="1">
        <a:lnSpc>
          <a:spcPct val="99000"/>
        </a:lnSpc>
        <a:spcBef>
          <a:spcPts val="0"/>
        </a:spcBef>
        <a:buFont typeface="Arial" panose="020B0604020202020204" pitchFamily="34" charset="0"/>
        <a:buChar char="-"/>
        <a:defRPr sz="1300" kern="1200" baseline="0">
          <a:solidFill>
            <a:schemeClr val="tx1"/>
          </a:solidFill>
          <a:latin typeface="+mn-lt"/>
          <a:ea typeface="+mn-ea"/>
          <a:cs typeface="+mn-cs"/>
        </a:defRPr>
      </a:lvl7pPr>
      <a:lvl8pPr marL="576000" indent="-144000" algn="l" defTabSz="914400" rtl="0" eaLnBrk="1" latinLnBrk="0" hangingPunct="1">
        <a:lnSpc>
          <a:spcPct val="99000"/>
        </a:lnSpc>
        <a:spcBef>
          <a:spcPts val="0"/>
        </a:spcBef>
        <a:buFont typeface="Arial" panose="020B0604020202020204" pitchFamily="34" charset="0"/>
        <a:buChar char="-"/>
        <a:defRPr sz="1300" kern="1200">
          <a:solidFill>
            <a:schemeClr val="tx1"/>
          </a:solidFill>
          <a:latin typeface="+mn-lt"/>
          <a:ea typeface="+mn-ea"/>
          <a:cs typeface="+mn-cs"/>
        </a:defRPr>
      </a:lvl8pPr>
      <a:lvl9pPr marL="576000" indent="-144000" algn="l" defTabSz="914400" rtl="0" eaLnBrk="1" latinLnBrk="0" hangingPunct="1">
        <a:lnSpc>
          <a:spcPct val="99000"/>
        </a:lnSpc>
        <a:spcBef>
          <a:spcPts val="0"/>
        </a:spcBef>
        <a:buFont typeface="Arial" panose="020B0604020202020204" pitchFamily="34" charset="0"/>
        <a:buChar char="-"/>
        <a:defRPr sz="13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453" userDrawn="1">
          <p15:clr>
            <a:srgbClr val="A4A3A4"/>
          </p15:clr>
        </p15:guide>
        <p15:guide id="2" pos="7224" userDrawn="1">
          <p15:clr>
            <a:srgbClr val="A4A3A4"/>
          </p15:clr>
        </p15:guide>
        <p15:guide id="3" orient="horz" pos="412" userDrawn="1">
          <p15:clr>
            <a:srgbClr val="A4A3A4"/>
          </p15:clr>
        </p15:guide>
        <p15:guide id="4" orient="horz" pos="1360" userDrawn="1">
          <p15:clr>
            <a:srgbClr val="A4A3A4"/>
          </p15:clr>
        </p15:guide>
        <p15:guide id="6" orient="horz" pos="1764" userDrawn="1">
          <p15:clr>
            <a:srgbClr val="A4A3A4"/>
          </p15:clr>
        </p15:guide>
        <p15:guide id="7" orient="horz" pos="3329"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studerende.au.dk/it-support/informationssikkerhed/databeskyttelse-gdpr/opgaver" TargetMode="External"/><Relationship Id="rId1" Type="http://schemas.openxmlformats.org/officeDocument/2006/relationships/slideLayout" Target="../slideLayouts/slideLayout5.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8.png"/><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8" Type="http://schemas.openxmlformats.org/officeDocument/2006/relationships/hyperlink" Target="https://library.au.dk/studerende/god-datapraksis" TargetMode="External"/><Relationship Id="rId3" Type="http://schemas.openxmlformats.org/officeDocument/2006/relationships/hyperlink" Target="https://docs.cloud.sdu.dk/help/best-practices.html" TargetMode="External"/><Relationship Id="rId7" Type="http://schemas.openxmlformats.org/officeDocument/2006/relationships/hyperlink" Target="https://interactivehpc.au.dk/databeskyttelse" TargetMode="External"/><Relationship Id="rId2" Type="http://schemas.openxmlformats.org/officeDocument/2006/relationships/hyperlink" Target="https://docs.cloud.sdu.dk/index.html" TargetMode="External"/><Relationship Id="rId1" Type="http://schemas.openxmlformats.org/officeDocument/2006/relationships/slideLayout" Target="../slideLayouts/slideLayout5.xml"/><Relationship Id="rId6" Type="http://schemas.openxmlformats.org/officeDocument/2006/relationships/hyperlink" Target="https://interactivehpc.au.dk/om-interactive-hpc" TargetMode="External"/><Relationship Id="rId5" Type="http://schemas.openxmlformats.org/officeDocument/2006/relationships/hyperlink" Target="https://openai.com/research/whisper" TargetMode="External"/><Relationship Id="rId4" Type="http://schemas.openxmlformats.org/officeDocument/2006/relationships/hyperlink" Target="https://www.sdu.dk/en/om_sdu/om_dette_websted/databeskyttelse" TargetMode="External"/><Relationship Id="rId9" Type="http://schemas.openxmlformats.org/officeDocument/2006/relationships/hyperlink" Target="https://github.com/AUL-BSS-Datalab/FraTaleTilTekst.gi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a-DK" dirty="0" smtClean="0"/>
              <a:t>Fra Tale til Tekst</a:t>
            </a:r>
            <a:endParaRPr lang="da-DK" dirty="0"/>
          </a:p>
        </p:txBody>
      </p:sp>
      <p:sp>
        <p:nvSpPr>
          <p:cNvPr id="3" name="Undertitel 2"/>
          <p:cNvSpPr>
            <a:spLocks noGrp="1"/>
          </p:cNvSpPr>
          <p:nvPr>
            <p:ph type="subTitle" idx="1"/>
          </p:nvPr>
        </p:nvSpPr>
        <p:spPr/>
        <p:txBody>
          <a:bodyPr/>
          <a:lstStyle/>
          <a:p>
            <a:r>
              <a:rPr lang="da-DK" dirty="0" smtClean="0"/>
              <a:t>- Digital transskribering</a:t>
            </a:r>
            <a:endParaRPr lang="da-DK" dirty="0"/>
          </a:p>
        </p:txBody>
      </p:sp>
      <p:sp>
        <p:nvSpPr>
          <p:cNvPr id="4" name="Pladsholder til tekst 3"/>
          <p:cNvSpPr>
            <a:spLocks noGrp="1"/>
          </p:cNvSpPr>
          <p:nvPr>
            <p:ph type="body" sz="quarter" idx="13"/>
          </p:nvPr>
        </p:nvSpPr>
        <p:spPr/>
        <p:txBody>
          <a:bodyPr/>
          <a:lstStyle/>
          <a:p>
            <a:r>
              <a:rPr lang="da-DK" dirty="0" smtClean="0"/>
              <a:t>Johanne Brandhøj Würtz </a:t>
            </a:r>
          </a:p>
          <a:p>
            <a:r>
              <a:rPr lang="da-DK" dirty="0" smtClean="0"/>
              <a:t>Informationsspecialist ved Det Kgl. Bibliotek - AU Library</a:t>
            </a:r>
            <a:endParaRPr lang="da-DK" dirty="0"/>
          </a:p>
        </p:txBody>
      </p:sp>
      <p:sp>
        <p:nvSpPr>
          <p:cNvPr id="5" name="Pladsholder til tekst 4"/>
          <p:cNvSpPr>
            <a:spLocks noGrp="1"/>
          </p:cNvSpPr>
          <p:nvPr>
            <p:ph type="body" sz="quarter" idx="14"/>
          </p:nvPr>
        </p:nvSpPr>
        <p:spPr/>
        <p:txBody>
          <a:bodyPr/>
          <a:lstStyle/>
          <a:p>
            <a:r>
              <a:rPr lang="da-DK" dirty="0" smtClean="0"/>
              <a:t>BSS</a:t>
            </a:r>
            <a:endParaRPr lang="da-DK" dirty="0"/>
          </a:p>
        </p:txBody>
      </p:sp>
      <p:sp>
        <p:nvSpPr>
          <p:cNvPr id="6" name="Pladsholder til dato 5"/>
          <p:cNvSpPr>
            <a:spLocks noGrp="1"/>
          </p:cNvSpPr>
          <p:nvPr>
            <p:ph type="dt" sz="half" idx="10"/>
          </p:nvPr>
        </p:nvSpPr>
        <p:spPr/>
        <p:txBody>
          <a:bodyPr/>
          <a:lstStyle/>
          <a:p>
            <a:fld id="{DCEB35B1-BC5C-4F24-B72D-591F5A33F1B4}" type="datetime5">
              <a:rPr lang="da-DK" smtClean="0"/>
              <a:pPr/>
              <a:t>marts 2026</a:t>
            </a:fld>
            <a:endParaRPr lang="da-DK" dirty="0"/>
          </a:p>
        </p:txBody>
      </p:sp>
    </p:spTree>
    <p:extLst>
      <p:ext uri="{BB962C8B-B14F-4D97-AF65-F5344CB8AC3E}">
        <p14:creationId xmlns:p14="http://schemas.microsoft.com/office/powerpoint/2010/main" val="2911380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dertitel 1"/>
          <p:cNvSpPr>
            <a:spLocks noGrp="1"/>
          </p:cNvSpPr>
          <p:nvPr>
            <p:ph type="subTitle" idx="1"/>
          </p:nvPr>
        </p:nvSpPr>
        <p:spPr>
          <a:xfrm>
            <a:off x="719139" y="2366011"/>
            <a:ext cx="4663894" cy="3631564"/>
          </a:xfrm>
        </p:spPr>
        <p:txBody>
          <a:bodyPr/>
          <a:lstStyle/>
          <a:p>
            <a:pPr marL="252000" lvl="0" indent="-252000">
              <a:lnSpc>
                <a:spcPct val="150000"/>
              </a:lnSpc>
              <a:buFont typeface="Arial" panose="020B0604020202020204" pitchFamily="34" charset="0"/>
              <a:buChar char="―"/>
            </a:pPr>
            <a:r>
              <a:rPr lang="da-DK" sz="1600" dirty="0">
                <a:solidFill>
                  <a:prstClr val="black"/>
                </a:solidFill>
              </a:rPr>
              <a:t>At anvende et digitalt værktøj til at transformere lyd </a:t>
            </a:r>
            <a:r>
              <a:rPr lang="da-DK" sz="1600" dirty="0" smtClean="0">
                <a:solidFill>
                  <a:prstClr val="black"/>
                </a:solidFill>
              </a:rPr>
              <a:t>om til </a:t>
            </a:r>
            <a:r>
              <a:rPr lang="da-DK" sz="1600" dirty="0">
                <a:solidFill>
                  <a:prstClr val="black"/>
                </a:solidFill>
              </a:rPr>
              <a:t>tekst</a:t>
            </a:r>
          </a:p>
          <a:p>
            <a:endParaRPr lang="da-DK" dirty="0"/>
          </a:p>
        </p:txBody>
      </p:sp>
      <p:sp>
        <p:nvSpPr>
          <p:cNvPr id="3" name="Pladsholder til dato 2"/>
          <p:cNvSpPr>
            <a:spLocks noGrp="1"/>
          </p:cNvSpPr>
          <p:nvPr>
            <p:ph type="dt" sz="half" idx="10"/>
          </p:nvPr>
        </p:nvSpPr>
        <p:spPr/>
        <p:txBody>
          <a:bodyPr/>
          <a:lstStyle/>
          <a:p>
            <a:fld id="{D975665A-61CB-4DAB-8750-5B97BD1810B6}" type="datetime5">
              <a:rPr lang="da-DK" smtClean="0"/>
              <a:pPr/>
              <a:t>marts 2026</a:t>
            </a:fld>
            <a:endParaRPr lang="da-DK" dirty="0"/>
          </a:p>
        </p:txBody>
      </p:sp>
      <p:sp>
        <p:nvSpPr>
          <p:cNvPr id="4" name="Titel 3"/>
          <p:cNvSpPr>
            <a:spLocks noGrp="1"/>
          </p:cNvSpPr>
          <p:nvPr>
            <p:ph type="title"/>
          </p:nvPr>
        </p:nvSpPr>
        <p:spPr/>
        <p:txBody>
          <a:bodyPr/>
          <a:lstStyle/>
          <a:p>
            <a:r>
              <a:rPr lang="da-DK" dirty="0" smtClean="0"/>
              <a:t>Formål</a:t>
            </a:r>
            <a:endParaRPr lang="da-DK" dirty="0"/>
          </a:p>
        </p:txBody>
      </p:sp>
      <p:pic>
        <p:nvPicPr>
          <p:cNvPr id="5" name="Billede 4"/>
          <p:cNvPicPr>
            <a:picLocks noChangeAspect="1"/>
          </p:cNvPicPr>
          <p:nvPr/>
        </p:nvPicPr>
        <p:blipFill>
          <a:blip r:embed="rId2"/>
          <a:stretch>
            <a:fillRect/>
          </a:stretch>
        </p:blipFill>
        <p:spPr>
          <a:xfrm>
            <a:off x="358672" y="4118776"/>
            <a:ext cx="2019031" cy="2177732"/>
          </a:xfrm>
          <a:prstGeom prst="rect">
            <a:avLst/>
          </a:prstGeom>
        </p:spPr>
      </p:pic>
    </p:spTree>
    <p:extLst>
      <p:ext uri="{BB962C8B-B14F-4D97-AF65-F5344CB8AC3E}">
        <p14:creationId xmlns:p14="http://schemas.microsoft.com/office/powerpoint/2010/main" val="38105912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dertitel 1"/>
          <p:cNvSpPr>
            <a:spLocks noGrp="1"/>
          </p:cNvSpPr>
          <p:nvPr>
            <p:ph type="subTitle" idx="1"/>
          </p:nvPr>
        </p:nvSpPr>
        <p:spPr/>
        <p:txBody>
          <a:bodyPr/>
          <a:lstStyle/>
          <a:p>
            <a:pPr marL="252000" lvl="0" indent="-252000">
              <a:lnSpc>
                <a:spcPct val="150000"/>
              </a:lnSpc>
              <a:buFont typeface="Arial" panose="020B0604020202020204" pitchFamily="34" charset="0"/>
              <a:buChar char="―"/>
            </a:pPr>
            <a:r>
              <a:rPr lang="da-DK" sz="1600" dirty="0">
                <a:solidFill>
                  <a:prstClr val="black"/>
                </a:solidFill>
              </a:rPr>
              <a:t>Viden om </a:t>
            </a:r>
            <a:r>
              <a:rPr lang="da-DK" sz="1600" dirty="0" smtClean="0">
                <a:solidFill>
                  <a:prstClr val="black"/>
                </a:solidFill>
              </a:rPr>
              <a:t>Whisper, </a:t>
            </a:r>
            <a:r>
              <a:rPr lang="da-DK" sz="1600" dirty="0" err="1" smtClean="0">
                <a:solidFill>
                  <a:prstClr val="black"/>
                </a:solidFill>
              </a:rPr>
              <a:t>Transcriber</a:t>
            </a:r>
            <a:r>
              <a:rPr lang="da-DK" sz="1600" dirty="0" smtClean="0">
                <a:solidFill>
                  <a:prstClr val="black"/>
                </a:solidFill>
              </a:rPr>
              <a:t> og </a:t>
            </a:r>
            <a:r>
              <a:rPr lang="da-DK" sz="1600" dirty="0" err="1" smtClean="0">
                <a:solidFill>
                  <a:prstClr val="black"/>
                </a:solidFill>
              </a:rPr>
              <a:t>UCloud</a:t>
            </a:r>
            <a:endParaRPr lang="da-DK" sz="1600" dirty="0" smtClean="0">
              <a:solidFill>
                <a:prstClr val="black"/>
              </a:solidFill>
            </a:endParaRPr>
          </a:p>
          <a:p>
            <a:pPr marL="252000" lvl="0" indent="-252000">
              <a:lnSpc>
                <a:spcPct val="150000"/>
              </a:lnSpc>
              <a:buFont typeface="Arial" panose="020B0604020202020204" pitchFamily="34" charset="0"/>
              <a:buChar char="―"/>
            </a:pPr>
            <a:r>
              <a:rPr lang="da-DK" sz="1600" dirty="0" smtClean="0">
                <a:solidFill>
                  <a:prstClr val="black"/>
                </a:solidFill>
              </a:rPr>
              <a:t>Anvende et digitalt transskriberingsværktøj</a:t>
            </a:r>
          </a:p>
          <a:p>
            <a:pPr marL="252000" lvl="0" indent="-252000">
              <a:lnSpc>
                <a:spcPct val="150000"/>
              </a:lnSpc>
              <a:buFont typeface="Arial" panose="020B0604020202020204" pitchFamily="34" charset="0"/>
              <a:buChar char="―"/>
            </a:pPr>
            <a:r>
              <a:rPr lang="da-DK" sz="1600" dirty="0" smtClean="0">
                <a:solidFill>
                  <a:prstClr val="black"/>
                </a:solidFill>
              </a:rPr>
              <a:t>Overvejelser </a:t>
            </a:r>
            <a:r>
              <a:rPr lang="da-DK" sz="1600" dirty="0">
                <a:solidFill>
                  <a:prstClr val="black"/>
                </a:solidFill>
              </a:rPr>
              <a:t>indenfor transskribering </a:t>
            </a:r>
            <a:r>
              <a:rPr lang="da-DK" sz="1600" dirty="0" smtClean="0">
                <a:solidFill>
                  <a:prstClr val="black"/>
                </a:solidFill>
              </a:rPr>
              <a:t>og databehandling</a:t>
            </a:r>
            <a:endParaRPr lang="da-DK" sz="1600" dirty="0">
              <a:solidFill>
                <a:prstClr val="black"/>
              </a:solidFill>
            </a:endParaRPr>
          </a:p>
          <a:p>
            <a:endParaRPr lang="da-DK" dirty="0"/>
          </a:p>
        </p:txBody>
      </p:sp>
      <p:sp>
        <p:nvSpPr>
          <p:cNvPr id="3" name="Pladsholder til dato 2"/>
          <p:cNvSpPr>
            <a:spLocks noGrp="1"/>
          </p:cNvSpPr>
          <p:nvPr>
            <p:ph type="dt" sz="half" idx="10"/>
          </p:nvPr>
        </p:nvSpPr>
        <p:spPr/>
        <p:txBody>
          <a:bodyPr/>
          <a:lstStyle/>
          <a:p>
            <a:fld id="{D975665A-61CB-4DAB-8750-5B97BD1810B6}" type="datetime5">
              <a:rPr lang="da-DK" smtClean="0"/>
              <a:pPr/>
              <a:t>marts 2026</a:t>
            </a:fld>
            <a:endParaRPr lang="da-DK" dirty="0"/>
          </a:p>
        </p:txBody>
      </p:sp>
      <p:sp>
        <p:nvSpPr>
          <p:cNvPr id="4" name="Titel 3"/>
          <p:cNvSpPr>
            <a:spLocks noGrp="1"/>
          </p:cNvSpPr>
          <p:nvPr>
            <p:ph type="title"/>
          </p:nvPr>
        </p:nvSpPr>
        <p:spPr/>
        <p:txBody>
          <a:bodyPr/>
          <a:lstStyle/>
          <a:p>
            <a:r>
              <a:rPr lang="da-DK" dirty="0" smtClean="0"/>
              <a:t>Kompetencer</a:t>
            </a:r>
            <a:endParaRPr lang="da-DK" dirty="0"/>
          </a:p>
        </p:txBody>
      </p:sp>
      <p:pic>
        <p:nvPicPr>
          <p:cNvPr id="5" name="Billede 4"/>
          <p:cNvPicPr>
            <a:picLocks noChangeAspect="1"/>
          </p:cNvPicPr>
          <p:nvPr/>
        </p:nvPicPr>
        <p:blipFill>
          <a:blip r:embed="rId2"/>
          <a:stretch>
            <a:fillRect/>
          </a:stretch>
        </p:blipFill>
        <p:spPr>
          <a:xfrm>
            <a:off x="0" y="4289584"/>
            <a:ext cx="2580763" cy="2484386"/>
          </a:xfrm>
          <a:prstGeom prst="rect">
            <a:avLst/>
          </a:prstGeom>
        </p:spPr>
      </p:pic>
    </p:spTree>
    <p:extLst>
      <p:ext uri="{BB962C8B-B14F-4D97-AF65-F5344CB8AC3E}">
        <p14:creationId xmlns:p14="http://schemas.microsoft.com/office/powerpoint/2010/main" val="4814387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da-DK" dirty="0" smtClean="0"/>
              <a:t>Præsentation af data</a:t>
            </a:r>
            <a:endParaRPr lang="da-DK" dirty="0"/>
          </a:p>
        </p:txBody>
      </p:sp>
      <p:sp>
        <p:nvSpPr>
          <p:cNvPr id="6" name="Pladsholder til tekst 5"/>
          <p:cNvSpPr>
            <a:spLocks noGrp="1"/>
          </p:cNvSpPr>
          <p:nvPr>
            <p:ph type="body" sz="quarter" idx="13"/>
          </p:nvPr>
        </p:nvSpPr>
        <p:spPr>
          <a:xfrm>
            <a:off x="719138" y="2160270"/>
            <a:ext cx="6840000" cy="2484000"/>
          </a:xfrm>
        </p:spPr>
        <p:txBody>
          <a:bodyPr/>
          <a:lstStyle/>
          <a:p>
            <a:pPr>
              <a:lnSpc>
                <a:spcPct val="150000"/>
              </a:lnSpc>
            </a:pPr>
            <a:r>
              <a:rPr lang="da-DK" dirty="0" smtClean="0"/>
              <a:t>Kort lydklip i m4a format</a:t>
            </a:r>
          </a:p>
          <a:p>
            <a:pPr>
              <a:lnSpc>
                <a:spcPct val="150000"/>
              </a:lnSpc>
            </a:pPr>
            <a:r>
              <a:rPr lang="da-DK" dirty="0"/>
              <a:t>O</a:t>
            </a:r>
            <a:r>
              <a:rPr lang="da-DK" dirty="0" smtClean="0"/>
              <a:t>pstillet interviewsituation</a:t>
            </a:r>
          </a:p>
          <a:p>
            <a:pPr>
              <a:lnSpc>
                <a:spcPct val="150000"/>
              </a:lnSpc>
            </a:pPr>
            <a:r>
              <a:rPr lang="da-DK" dirty="0"/>
              <a:t>S</a:t>
            </a:r>
            <a:r>
              <a:rPr lang="da-DK" dirty="0" smtClean="0"/>
              <a:t>tresstest af det digitale værktøj</a:t>
            </a:r>
          </a:p>
          <a:p>
            <a:pPr lvl="1">
              <a:lnSpc>
                <a:spcPct val="150000"/>
              </a:lnSpc>
            </a:pPr>
            <a:r>
              <a:rPr lang="da-DK" dirty="0" smtClean="0"/>
              <a:t>Ugunstige forhold: baggrundsstøj, flere respondenter, forskellige sprog</a:t>
            </a:r>
          </a:p>
          <a:p>
            <a:endParaRPr lang="da-DK" dirty="0"/>
          </a:p>
        </p:txBody>
      </p:sp>
      <p:pic>
        <p:nvPicPr>
          <p:cNvPr id="2" name="Billed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9138" y="1407937"/>
            <a:ext cx="2296448" cy="2359489"/>
          </a:xfrm>
          <a:prstGeom prst="rect">
            <a:avLst/>
          </a:prstGeom>
        </p:spPr>
      </p:pic>
      <p:sp>
        <p:nvSpPr>
          <p:cNvPr id="4" name="Rektangel 3"/>
          <p:cNvSpPr/>
          <p:nvPr/>
        </p:nvSpPr>
        <p:spPr>
          <a:xfrm>
            <a:off x="10752859" y="6174903"/>
            <a:ext cx="805029" cy="261610"/>
          </a:xfrm>
          <a:prstGeom prst="rect">
            <a:avLst/>
          </a:prstGeom>
        </p:spPr>
        <p:txBody>
          <a:bodyPr wrap="none">
            <a:spAutoFit/>
          </a:bodyPr>
          <a:lstStyle/>
          <a:p>
            <a:fld id="{D975665A-61CB-4DAB-8750-5B97BD1810B6}" type="datetime5">
              <a:rPr lang="da-DK" sz="1100"/>
              <a:pPr/>
              <a:t>marts 2026</a:t>
            </a:fld>
            <a:endParaRPr lang="da-DK" dirty="0"/>
          </a:p>
        </p:txBody>
      </p:sp>
    </p:spTree>
    <p:extLst>
      <p:ext uri="{BB962C8B-B14F-4D97-AF65-F5344CB8AC3E}">
        <p14:creationId xmlns:p14="http://schemas.microsoft.com/office/powerpoint/2010/main" val="60327747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err="1" smtClean="0"/>
              <a:t>UCloud</a:t>
            </a:r>
            <a:endParaRPr lang="da-DK" dirty="0"/>
          </a:p>
        </p:txBody>
      </p:sp>
      <p:sp>
        <p:nvSpPr>
          <p:cNvPr id="3" name="Pladsholder til tekst 2"/>
          <p:cNvSpPr>
            <a:spLocks noGrp="1"/>
          </p:cNvSpPr>
          <p:nvPr>
            <p:ph type="body" sz="quarter" idx="13"/>
          </p:nvPr>
        </p:nvSpPr>
        <p:spPr>
          <a:xfrm>
            <a:off x="719138" y="2262587"/>
            <a:ext cx="6840000" cy="3075532"/>
          </a:xfrm>
        </p:spPr>
        <p:txBody>
          <a:bodyPr/>
          <a:lstStyle/>
          <a:p>
            <a:pPr>
              <a:lnSpc>
                <a:spcPct val="150000"/>
              </a:lnSpc>
            </a:pPr>
            <a:r>
              <a:rPr lang="da-DK" sz="1600" dirty="0" smtClean="0"/>
              <a:t>En platform til at foretage high-performance </a:t>
            </a:r>
            <a:r>
              <a:rPr lang="da-DK" sz="1600" dirty="0" err="1" smtClean="0"/>
              <a:t>computing</a:t>
            </a:r>
            <a:r>
              <a:rPr lang="da-DK" sz="1600" dirty="0"/>
              <a:t> </a:t>
            </a:r>
            <a:endParaRPr lang="da-DK" sz="1600" dirty="0" smtClean="0"/>
          </a:p>
          <a:p>
            <a:pPr>
              <a:lnSpc>
                <a:spcPct val="150000"/>
              </a:lnSpc>
            </a:pPr>
            <a:r>
              <a:rPr lang="da-DK" sz="1600" dirty="0"/>
              <a:t>Hosted af SDU – Syddansk Universitet</a:t>
            </a:r>
          </a:p>
          <a:p>
            <a:pPr>
              <a:lnSpc>
                <a:spcPct val="150000"/>
              </a:lnSpc>
            </a:pPr>
            <a:r>
              <a:rPr lang="da-DK" sz="1600" dirty="0"/>
              <a:t>Tilgås via WAYF</a:t>
            </a:r>
          </a:p>
          <a:p>
            <a:pPr lvl="1">
              <a:lnSpc>
                <a:spcPct val="150000"/>
              </a:lnSpc>
            </a:pPr>
            <a:r>
              <a:rPr lang="da-DK" sz="1600" dirty="0"/>
              <a:t>Studerende kan anvende systemet ‘gratis’ </a:t>
            </a:r>
            <a:endParaRPr lang="da-DK" sz="1600" dirty="0" smtClean="0"/>
          </a:p>
          <a:p>
            <a:pPr>
              <a:lnSpc>
                <a:spcPct val="150000"/>
              </a:lnSpc>
            </a:pPr>
            <a:r>
              <a:rPr lang="da-DK" sz="1600" dirty="0" smtClean="0"/>
              <a:t>Egnet til lagring og behandling af sensitiv data</a:t>
            </a:r>
          </a:p>
          <a:p>
            <a:pPr>
              <a:lnSpc>
                <a:spcPct val="150000"/>
              </a:lnSpc>
            </a:pPr>
            <a:r>
              <a:rPr lang="da-DK" sz="1600" dirty="0" smtClean="0"/>
              <a:t>Følger GDPR retningslinjer og har </a:t>
            </a:r>
            <a:r>
              <a:rPr lang="da-DK" sz="1600" dirty="0"/>
              <a:t>ISO27001 </a:t>
            </a:r>
            <a:r>
              <a:rPr lang="da-DK" sz="1600" dirty="0" smtClean="0"/>
              <a:t>certificering</a:t>
            </a:r>
          </a:p>
          <a:p>
            <a:pPr>
              <a:lnSpc>
                <a:spcPct val="150000"/>
              </a:lnSpc>
            </a:pPr>
            <a:r>
              <a:rPr lang="da-DK" sz="1600" dirty="0" smtClean="0"/>
              <a:t>Husk</a:t>
            </a:r>
            <a:r>
              <a:rPr lang="da-DK" sz="1600" dirty="0"/>
              <a:t> </a:t>
            </a:r>
            <a:r>
              <a:rPr lang="da-DK" sz="1600" dirty="0" smtClean="0"/>
              <a:t>du selv er dataansvarlig – se mere her: </a:t>
            </a:r>
            <a:r>
              <a:rPr lang="da-DK" sz="1600" dirty="0">
                <a:hlinkClick r:id="rId2"/>
              </a:rPr>
              <a:t>Behandling af personoplysninger </a:t>
            </a:r>
            <a:r>
              <a:rPr lang="da-DK" sz="1600" dirty="0" err="1">
                <a:hlinkClick r:id="rId2"/>
              </a:rPr>
              <a:t>ifm</a:t>
            </a:r>
            <a:r>
              <a:rPr lang="da-DK" sz="1600" dirty="0">
                <a:hlinkClick r:id="rId2"/>
              </a:rPr>
              <a:t>. opgaver og speciale (au.dk)</a:t>
            </a:r>
            <a:r>
              <a:rPr lang="da-DK" sz="1600" dirty="0" smtClean="0"/>
              <a:t> </a:t>
            </a:r>
          </a:p>
          <a:p>
            <a:pPr marL="0" indent="0">
              <a:buNone/>
            </a:pPr>
            <a:endParaRPr lang="da-DK" dirty="0"/>
          </a:p>
        </p:txBody>
      </p:sp>
      <p:sp>
        <p:nvSpPr>
          <p:cNvPr id="4" name="Pladsholder til dato 3"/>
          <p:cNvSpPr>
            <a:spLocks noGrp="1"/>
          </p:cNvSpPr>
          <p:nvPr>
            <p:ph type="dt" sz="half" idx="14"/>
          </p:nvPr>
        </p:nvSpPr>
        <p:spPr/>
        <p:txBody>
          <a:bodyPr/>
          <a:lstStyle/>
          <a:p>
            <a:fld id="{D975665A-61CB-4DAB-8750-5B97BD1810B6}" type="datetime5">
              <a:rPr lang="da-DK" smtClean="0"/>
              <a:pPr/>
              <a:t>marts 2026</a:t>
            </a:fld>
            <a:endParaRPr lang="da-DK" dirty="0"/>
          </a:p>
        </p:txBody>
      </p:sp>
      <p:pic>
        <p:nvPicPr>
          <p:cNvPr id="5" name="Billede 4"/>
          <p:cNvPicPr>
            <a:picLocks noChangeAspect="1"/>
          </p:cNvPicPr>
          <p:nvPr/>
        </p:nvPicPr>
        <p:blipFill>
          <a:blip r:embed="rId3"/>
          <a:stretch>
            <a:fillRect/>
          </a:stretch>
        </p:blipFill>
        <p:spPr>
          <a:xfrm>
            <a:off x="7953040" y="210554"/>
            <a:ext cx="2860734" cy="2013807"/>
          </a:xfrm>
          <a:prstGeom prst="rect">
            <a:avLst/>
          </a:prstGeom>
        </p:spPr>
      </p:pic>
      <p:pic>
        <p:nvPicPr>
          <p:cNvPr id="6" name="Billede 5"/>
          <p:cNvPicPr>
            <a:picLocks noChangeAspect="1"/>
          </p:cNvPicPr>
          <p:nvPr/>
        </p:nvPicPr>
        <p:blipFill>
          <a:blip r:embed="rId4"/>
          <a:stretch>
            <a:fillRect/>
          </a:stretch>
        </p:blipFill>
        <p:spPr>
          <a:xfrm>
            <a:off x="8248377" y="3444855"/>
            <a:ext cx="2270057" cy="2118721"/>
          </a:xfrm>
          <a:prstGeom prst="rect">
            <a:avLst/>
          </a:prstGeom>
        </p:spPr>
      </p:pic>
      <p:pic>
        <p:nvPicPr>
          <p:cNvPr id="7" name="Billede 6"/>
          <p:cNvPicPr>
            <a:picLocks noChangeAspect="1"/>
          </p:cNvPicPr>
          <p:nvPr/>
        </p:nvPicPr>
        <p:blipFill>
          <a:blip r:embed="rId5"/>
          <a:stretch>
            <a:fillRect/>
          </a:stretch>
        </p:blipFill>
        <p:spPr>
          <a:xfrm>
            <a:off x="8908804" y="2262587"/>
            <a:ext cx="949205" cy="1144042"/>
          </a:xfrm>
          <a:prstGeom prst="rect">
            <a:avLst/>
          </a:prstGeom>
        </p:spPr>
      </p:pic>
    </p:spTree>
    <p:extLst>
      <p:ext uri="{BB962C8B-B14F-4D97-AF65-F5344CB8AC3E}">
        <p14:creationId xmlns:p14="http://schemas.microsoft.com/office/powerpoint/2010/main" val="6016090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19137" y="939305"/>
            <a:ext cx="5213661" cy="1504666"/>
          </a:xfrm>
        </p:spPr>
        <p:txBody>
          <a:bodyPr/>
          <a:lstStyle/>
          <a:p>
            <a:r>
              <a:rPr lang="da-DK" dirty="0" err="1" smtClean="0"/>
              <a:t>Transcriber</a:t>
            </a:r>
            <a:endParaRPr lang="da-DK" dirty="0"/>
          </a:p>
        </p:txBody>
      </p:sp>
      <p:sp>
        <p:nvSpPr>
          <p:cNvPr id="3" name="Pladsholder til tekst 2"/>
          <p:cNvSpPr>
            <a:spLocks noGrp="1"/>
          </p:cNvSpPr>
          <p:nvPr>
            <p:ph type="body" sz="quarter" idx="13"/>
          </p:nvPr>
        </p:nvSpPr>
        <p:spPr>
          <a:xfrm>
            <a:off x="719137" y="2239827"/>
            <a:ext cx="5213661" cy="3312475"/>
          </a:xfrm>
        </p:spPr>
        <p:txBody>
          <a:bodyPr/>
          <a:lstStyle/>
          <a:p>
            <a:pPr>
              <a:lnSpc>
                <a:spcPct val="150000"/>
              </a:lnSpc>
            </a:pPr>
            <a:r>
              <a:rPr lang="da-DK" sz="1600" dirty="0"/>
              <a:t>Et program til at danne tekst på baggrund af lyd</a:t>
            </a:r>
          </a:p>
          <a:p>
            <a:pPr lvl="1">
              <a:lnSpc>
                <a:spcPct val="150000"/>
              </a:lnSpc>
            </a:pPr>
            <a:r>
              <a:rPr lang="en-US" sz="1600" dirty="0" smtClean="0"/>
              <a:t>Open-source </a:t>
            </a:r>
            <a:endParaRPr lang="en-US" sz="1600" dirty="0"/>
          </a:p>
          <a:p>
            <a:pPr>
              <a:lnSpc>
                <a:spcPct val="150000"/>
              </a:lnSpc>
            </a:pPr>
            <a:r>
              <a:rPr lang="da-DK" sz="1600" dirty="0" smtClean="0"/>
              <a:t>Skabt </a:t>
            </a:r>
            <a:r>
              <a:rPr lang="da-DK" sz="1600" dirty="0"/>
              <a:t>af Open AI (</a:t>
            </a:r>
            <a:r>
              <a:rPr lang="da-DK" sz="1600" dirty="0" smtClean="0"/>
              <a:t>GPT, DALL-E, </a:t>
            </a:r>
            <a:r>
              <a:rPr lang="da-DK" sz="1600" dirty="0"/>
              <a:t>Sora</a:t>
            </a:r>
            <a:r>
              <a:rPr lang="da-DK" sz="1600" dirty="0" smtClean="0"/>
              <a:t>)</a:t>
            </a:r>
          </a:p>
          <a:p>
            <a:pPr>
              <a:lnSpc>
                <a:spcPct val="150000"/>
              </a:lnSpc>
            </a:pPr>
            <a:r>
              <a:rPr lang="da-DK" sz="1600" dirty="0" err="1"/>
              <a:t>Transcriber</a:t>
            </a:r>
            <a:r>
              <a:rPr lang="da-DK" sz="1600" dirty="0"/>
              <a:t> er en overbygning på Whisper, hvor der bl.a. </a:t>
            </a:r>
            <a:r>
              <a:rPr lang="da-DK" sz="1600" dirty="0" smtClean="0"/>
              <a:t>stemmegenkendes</a:t>
            </a:r>
            <a:endParaRPr lang="da-DK" sz="1600" dirty="0"/>
          </a:p>
          <a:p>
            <a:pPr>
              <a:lnSpc>
                <a:spcPct val="150000"/>
              </a:lnSpc>
            </a:pPr>
            <a:r>
              <a:rPr lang="da-DK" sz="1600" dirty="0" smtClean="0"/>
              <a:t>Teknologien bag</a:t>
            </a:r>
            <a:endParaRPr lang="da-DK" sz="1600" dirty="0" smtClean="0"/>
          </a:p>
          <a:p>
            <a:pPr lvl="1">
              <a:lnSpc>
                <a:spcPct val="150000"/>
              </a:lnSpc>
            </a:pPr>
            <a:r>
              <a:rPr lang="en-US" sz="1600" dirty="0" err="1" smtClean="0"/>
              <a:t>Resultater</a:t>
            </a:r>
            <a:r>
              <a:rPr lang="en-US" sz="1600" dirty="0" smtClean="0"/>
              <a:t> </a:t>
            </a:r>
            <a:r>
              <a:rPr lang="en-US" sz="1600" dirty="0" err="1" smtClean="0"/>
              <a:t>baseret</a:t>
            </a:r>
            <a:r>
              <a:rPr lang="en-US" sz="1600" dirty="0" smtClean="0"/>
              <a:t> </a:t>
            </a:r>
            <a:r>
              <a:rPr lang="en-US" sz="1600" dirty="0" err="1" smtClean="0"/>
              <a:t>på</a:t>
            </a:r>
            <a:r>
              <a:rPr lang="en-US" sz="1600" dirty="0" smtClean="0"/>
              <a:t> ‘</a:t>
            </a:r>
            <a:r>
              <a:rPr lang="en-US" sz="1600" dirty="0" err="1" smtClean="0"/>
              <a:t>sandsyndlighed</a:t>
            </a:r>
            <a:r>
              <a:rPr lang="en-US" sz="1600" dirty="0" smtClean="0"/>
              <a:t>’</a:t>
            </a:r>
          </a:p>
          <a:p>
            <a:pPr lvl="1">
              <a:lnSpc>
                <a:spcPct val="150000"/>
              </a:lnSpc>
            </a:pPr>
            <a:r>
              <a:rPr lang="en-US" sz="1600" dirty="0" err="1" smtClean="0"/>
              <a:t>Neurale</a:t>
            </a:r>
            <a:r>
              <a:rPr lang="en-US" sz="1600" dirty="0" smtClean="0"/>
              <a:t> </a:t>
            </a:r>
            <a:r>
              <a:rPr lang="en-US" sz="1600" dirty="0" err="1" smtClean="0"/>
              <a:t>netværk</a:t>
            </a:r>
            <a:endParaRPr lang="en-US" sz="1600" dirty="0" smtClean="0"/>
          </a:p>
          <a:p>
            <a:pPr>
              <a:lnSpc>
                <a:spcPct val="150000"/>
              </a:lnSpc>
            </a:pPr>
            <a:r>
              <a:rPr lang="da-DK" sz="1600" dirty="0" smtClean="0"/>
              <a:t>Input </a:t>
            </a:r>
            <a:r>
              <a:rPr lang="da-DK" sz="1600" dirty="0"/>
              <a:t>(lydfil) </a:t>
            </a:r>
            <a:r>
              <a:rPr lang="da-DK" sz="1600" dirty="0">
                <a:sym typeface="Wingdings" panose="05000000000000000000" pitchFamily="2" charset="2"/>
              </a:rPr>
              <a:t> </a:t>
            </a:r>
            <a:r>
              <a:rPr lang="da-DK" sz="1600" dirty="0"/>
              <a:t>output (tekstfil)</a:t>
            </a:r>
          </a:p>
          <a:p>
            <a:pPr marL="0" indent="0">
              <a:lnSpc>
                <a:spcPct val="150000"/>
              </a:lnSpc>
              <a:buNone/>
            </a:pPr>
            <a:endParaRPr lang="da-DK" sz="1600" dirty="0"/>
          </a:p>
        </p:txBody>
      </p:sp>
      <p:sp>
        <p:nvSpPr>
          <p:cNvPr id="4" name="Pladsholder til tekst 3"/>
          <p:cNvSpPr>
            <a:spLocks noGrp="1"/>
          </p:cNvSpPr>
          <p:nvPr>
            <p:ph type="body" sz="quarter" idx="14"/>
          </p:nvPr>
        </p:nvSpPr>
        <p:spPr>
          <a:xfrm>
            <a:off x="6261100" y="3135406"/>
            <a:ext cx="5207000" cy="2149382"/>
          </a:xfrm>
        </p:spPr>
        <p:txBody>
          <a:bodyPr/>
          <a:lstStyle/>
          <a:p>
            <a:r>
              <a:rPr lang="en-US" b="0" dirty="0" smtClean="0">
                <a:latin typeface="+mn-lt"/>
              </a:rPr>
              <a:t>“Whisper </a:t>
            </a:r>
            <a:r>
              <a:rPr lang="en-US" b="0" dirty="0">
                <a:latin typeface="+mn-lt"/>
              </a:rPr>
              <a:t>is an automatic speech recognition (ASR) system trained on 680,000 hours of multilingual and multitask supervised data collected from the web. </a:t>
            </a:r>
            <a:r>
              <a:rPr lang="en-US" b="0" dirty="0" smtClean="0">
                <a:latin typeface="+mn-lt"/>
              </a:rPr>
              <a:t>[…] </a:t>
            </a:r>
            <a:r>
              <a:rPr lang="en-US" b="0" dirty="0">
                <a:latin typeface="+mn-lt"/>
              </a:rPr>
              <a:t>a large and diverse dataset leads to improved robustness to accents, background noise and technical language. Moreover, it enables transcription in multiple languages, as well as translation from those languages into English</a:t>
            </a:r>
            <a:r>
              <a:rPr lang="en-US" b="0" dirty="0" smtClean="0">
                <a:latin typeface="+mn-lt"/>
              </a:rPr>
              <a:t>.” </a:t>
            </a:r>
          </a:p>
          <a:p>
            <a:endParaRPr lang="en-US" b="0" dirty="0">
              <a:latin typeface="+mn-lt"/>
            </a:endParaRPr>
          </a:p>
          <a:p>
            <a:r>
              <a:rPr lang="en-US" b="0" dirty="0" smtClean="0">
                <a:latin typeface="+mn-lt"/>
              </a:rPr>
              <a:t>(</a:t>
            </a:r>
            <a:r>
              <a:rPr lang="en-US" b="0" dirty="0" err="1" smtClean="0">
                <a:latin typeface="+mn-lt"/>
              </a:rPr>
              <a:t>OpenAI</a:t>
            </a:r>
            <a:r>
              <a:rPr lang="en-US" b="0" dirty="0" smtClean="0">
                <a:latin typeface="+mn-lt"/>
              </a:rPr>
              <a:t> – September, 2022 )</a:t>
            </a:r>
            <a:r>
              <a:rPr lang="en-US" b="0" dirty="0">
                <a:latin typeface="+mn-lt"/>
              </a:rPr>
              <a:t> </a:t>
            </a:r>
            <a:endParaRPr lang="da-DK" dirty="0">
              <a:latin typeface="+mn-lt"/>
            </a:endParaRPr>
          </a:p>
        </p:txBody>
      </p:sp>
      <p:sp>
        <p:nvSpPr>
          <p:cNvPr id="5" name="Pladsholder til dato 4"/>
          <p:cNvSpPr>
            <a:spLocks noGrp="1"/>
          </p:cNvSpPr>
          <p:nvPr>
            <p:ph type="dt" sz="half" idx="15"/>
          </p:nvPr>
        </p:nvSpPr>
        <p:spPr/>
        <p:txBody>
          <a:bodyPr/>
          <a:lstStyle/>
          <a:p>
            <a:fld id="{D975665A-61CB-4DAB-8750-5B97BD1810B6}" type="datetime5">
              <a:rPr lang="da-DK" smtClean="0"/>
              <a:pPr/>
              <a:t>marts 2026</a:t>
            </a:fld>
            <a:endParaRPr lang="da-DK" dirty="0"/>
          </a:p>
        </p:txBody>
      </p:sp>
      <p:pic>
        <p:nvPicPr>
          <p:cNvPr id="6" name="Billede 5"/>
          <p:cNvPicPr>
            <a:picLocks noChangeAspect="1"/>
          </p:cNvPicPr>
          <p:nvPr/>
        </p:nvPicPr>
        <p:blipFill>
          <a:blip r:embed="rId2"/>
          <a:stretch>
            <a:fillRect/>
          </a:stretch>
        </p:blipFill>
        <p:spPr>
          <a:xfrm>
            <a:off x="10016546" y="656159"/>
            <a:ext cx="1244664" cy="1511378"/>
          </a:xfrm>
          <a:prstGeom prst="rect">
            <a:avLst/>
          </a:prstGeom>
        </p:spPr>
      </p:pic>
      <p:pic>
        <p:nvPicPr>
          <p:cNvPr id="7" name="Billede 6"/>
          <p:cNvPicPr>
            <a:picLocks noChangeAspect="1"/>
          </p:cNvPicPr>
          <p:nvPr/>
        </p:nvPicPr>
        <p:blipFill>
          <a:blip r:embed="rId3"/>
          <a:stretch>
            <a:fillRect/>
          </a:stretch>
        </p:blipFill>
        <p:spPr>
          <a:xfrm>
            <a:off x="6261100" y="576042"/>
            <a:ext cx="1619333" cy="1663786"/>
          </a:xfrm>
          <a:prstGeom prst="rect">
            <a:avLst/>
          </a:prstGeom>
        </p:spPr>
      </p:pic>
      <p:pic>
        <p:nvPicPr>
          <p:cNvPr id="8" name="Billede 7"/>
          <p:cNvPicPr>
            <a:picLocks noChangeAspect="1"/>
          </p:cNvPicPr>
          <p:nvPr/>
        </p:nvPicPr>
        <p:blipFill>
          <a:blip r:embed="rId4"/>
          <a:stretch>
            <a:fillRect/>
          </a:stretch>
        </p:blipFill>
        <p:spPr>
          <a:xfrm>
            <a:off x="8088020" y="1004690"/>
            <a:ext cx="1720938" cy="806491"/>
          </a:xfrm>
          <a:prstGeom prst="rect">
            <a:avLst/>
          </a:prstGeom>
        </p:spPr>
      </p:pic>
      <p:pic>
        <p:nvPicPr>
          <p:cNvPr id="9" name="Billede 8"/>
          <p:cNvPicPr>
            <a:picLocks noChangeAspect="1"/>
          </p:cNvPicPr>
          <p:nvPr/>
        </p:nvPicPr>
        <p:blipFill>
          <a:blip r:embed="rId5"/>
          <a:stretch>
            <a:fillRect/>
          </a:stretch>
        </p:blipFill>
        <p:spPr>
          <a:xfrm>
            <a:off x="4199127" y="863041"/>
            <a:ext cx="1111158" cy="726526"/>
          </a:xfrm>
          <a:prstGeom prst="rect">
            <a:avLst/>
          </a:prstGeom>
        </p:spPr>
      </p:pic>
    </p:spTree>
    <p:extLst>
      <p:ext uri="{BB962C8B-B14F-4D97-AF65-F5344CB8AC3E}">
        <p14:creationId xmlns:p14="http://schemas.microsoft.com/office/powerpoint/2010/main" val="35149651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title"/>
          </p:nvPr>
        </p:nvSpPr>
        <p:spPr>
          <a:xfrm>
            <a:off x="1248407" y="2328557"/>
            <a:ext cx="9649580" cy="1504666"/>
          </a:xfrm>
        </p:spPr>
        <p:txBody>
          <a:bodyPr/>
          <a:lstStyle/>
          <a:p>
            <a:r>
              <a:rPr lang="da-DK" sz="3200" dirty="0"/>
              <a:t>https://github.com/AUL-BSS-Datalab/FraTaleTilTekst</a:t>
            </a:r>
          </a:p>
        </p:txBody>
      </p:sp>
      <p:sp>
        <p:nvSpPr>
          <p:cNvPr id="5" name="Pladsholder til dato 4"/>
          <p:cNvSpPr>
            <a:spLocks noGrp="1"/>
          </p:cNvSpPr>
          <p:nvPr>
            <p:ph type="dt" sz="half" idx="4294967295"/>
          </p:nvPr>
        </p:nvSpPr>
        <p:spPr>
          <a:xfrm>
            <a:off x="9098134" y="6292850"/>
            <a:ext cx="2401887" cy="180975"/>
          </a:xfrm>
        </p:spPr>
        <p:txBody>
          <a:bodyPr/>
          <a:lstStyle/>
          <a:p>
            <a:fld id="{D975665A-61CB-4DAB-8750-5B97BD1810B6}" type="datetime5">
              <a:rPr lang="da-DK" smtClean="0"/>
              <a:pPr/>
              <a:t>marts 2026</a:t>
            </a:fld>
            <a:endParaRPr lang="da-DK" dirty="0"/>
          </a:p>
        </p:txBody>
      </p:sp>
      <p:pic>
        <p:nvPicPr>
          <p:cNvPr id="2" name="Billede 1"/>
          <p:cNvPicPr>
            <a:picLocks noChangeAspect="1"/>
          </p:cNvPicPr>
          <p:nvPr/>
        </p:nvPicPr>
        <p:blipFill>
          <a:blip r:embed="rId2"/>
          <a:stretch>
            <a:fillRect/>
          </a:stretch>
        </p:blipFill>
        <p:spPr>
          <a:xfrm>
            <a:off x="4331816" y="3050059"/>
            <a:ext cx="2085460" cy="2085460"/>
          </a:xfrm>
          <a:prstGeom prst="rect">
            <a:avLst/>
          </a:prstGeom>
        </p:spPr>
      </p:pic>
    </p:spTree>
    <p:extLst>
      <p:ext uri="{BB962C8B-B14F-4D97-AF65-F5344CB8AC3E}">
        <p14:creationId xmlns:p14="http://schemas.microsoft.com/office/powerpoint/2010/main" val="2687437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1F6A"/>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smtClean="0">
                <a:solidFill>
                  <a:schemeClr val="bg1"/>
                </a:solidFill>
              </a:rPr>
              <a:t>Brug af Whisper og </a:t>
            </a:r>
            <a:r>
              <a:rPr lang="da-DK" dirty="0" err="1" smtClean="0">
                <a:solidFill>
                  <a:schemeClr val="bg1"/>
                </a:solidFill>
              </a:rPr>
              <a:t>Transcriber</a:t>
            </a:r>
            <a:endParaRPr lang="da-DK" dirty="0">
              <a:solidFill>
                <a:schemeClr val="bg1"/>
              </a:solidFill>
            </a:endParaRPr>
          </a:p>
        </p:txBody>
      </p:sp>
      <p:sp>
        <p:nvSpPr>
          <p:cNvPr id="3" name="Pladsholder til dato 2"/>
          <p:cNvSpPr>
            <a:spLocks noGrp="1"/>
          </p:cNvSpPr>
          <p:nvPr>
            <p:ph type="dt" sz="half" idx="10"/>
          </p:nvPr>
        </p:nvSpPr>
        <p:spPr/>
        <p:txBody>
          <a:bodyPr/>
          <a:lstStyle/>
          <a:p>
            <a:fld id="{D975665A-61CB-4DAB-8750-5B97BD1810B6}" type="datetime5">
              <a:rPr lang="da-DK" smtClean="0"/>
              <a:pPr/>
              <a:t>marts 2026</a:t>
            </a:fld>
            <a:endParaRPr lang="da-DK" dirty="0"/>
          </a:p>
        </p:txBody>
      </p:sp>
      <p:sp>
        <p:nvSpPr>
          <p:cNvPr id="4" name="Tekstfelt 3"/>
          <p:cNvSpPr txBox="1"/>
          <p:nvPr/>
        </p:nvSpPr>
        <p:spPr>
          <a:xfrm>
            <a:off x="1057523" y="1956021"/>
            <a:ext cx="9099731" cy="2769989"/>
          </a:xfrm>
          <a:prstGeom prst="rect">
            <a:avLst/>
          </a:prstGeom>
          <a:noFill/>
        </p:spPr>
        <p:txBody>
          <a:bodyPr wrap="square" lIns="0" tIns="0" rIns="0" bIns="0" rtlCol="0">
            <a:spAutoFit/>
          </a:bodyPr>
          <a:lstStyle/>
          <a:p>
            <a:pPr marL="457200" indent="-457200">
              <a:lnSpc>
                <a:spcPct val="150000"/>
              </a:lnSpc>
              <a:buFont typeface="Arial" panose="020B0604020202020204" pitchFamily="34" charset="0"/>
              <a:buChar char="—"/>
            </a:pPr>
            <a:r>
              <a:rPr lang="da-DK" sz="2000" dirty="0" smtClean="0">
                <a:solidFill>
                  <a:schemeClr val="bg1"/>
                </a:solidFill>
              </a:rPr>
              <a:t>Tilgå drive</a:t>
            </a:r>
          </a:p>
          <a:p>
            <a:pPr marL="457200" indent="-457200">
              <a:lnSpc>
                <a:spcPct val="150000"/>
              </a:lnSpc>
              <a:buFont typeface="Arial" panose="020B0604020202020204" pitchFamily="34" charset="0"/>
              <a:buChar char="—"/>
            </a:pPr>
            <a:r>
              <a:rPr lang="da-DK" sz="2000" dirty="0" smtClean="0">
                <a:solidFill>
                  <a:schemeClr val="bg1"/>
                </a:solidFill>
              </a:rPr>
              <a:t>Upload fil</a:t>
            </a:r>
          </a:p>
          <a:p>
            <a:pPr marL="457200" indent="-457200">
              <a:lnSpc>
                <a:spcPct val="150000"/>
              </a:lnSpc>
              <a:buFont typeface="Arial" panose="020B0604020202020204" pitchFamily="34" charset="0"/>
              <a:buChar char="—"/>
            </a:pPr>
            <a:r>
              <a:rPr lang="da-DK" sz="2000" dirty="0" smtClean="0">
                <a:solidFill>
                  <a:schemeClr val="bg1"/>
                </a:solidFill>
              </a:rPr>
              <a:t>Kør Whisper eller </a:t>
            </a:r>
            <a:r>
              <a:rPr lang="da-DK" sz="2000" dirty="0" err="1" smtClean="0">
                <a:solidFill>
                  <a:schemeClr val="bg1"/>
                </a:solidFill>
              </a:rPr>
              <a:t>Transcriber</a:t>
            </a:r>
            <a:r>
              <a:rPr lang="da-DK" sz="2000" dirty="0" smtClean="0">
                <a:solidFill>
                  <a:schemeClr val="bg1"/>
                </a:solidFill>
              </a:rPr>
              <a:t> med definerede parametre (</a:t>
            </a:r>
            <a:r>
              <a:rPr lang="da-DK" sz="2000" dirty="0" err="1" smtClean="0">
                <a:solidFill>
                  <a:schemeClr val="bg1"/>
                </a:solidFill>
              </a:rPr>
              <a:t>best</a:t>
            </a:r>
            <a:r>
              <a:rPr lang="da-DK" sz="2000" dirty="0" smtClean="0">
                <a:solidFill>
                  <a:schemeClr val="bg1"/>
                </a:solidFill>
              </a:rPr>
              <a:t> </a:t>
            </a:r>
            <a:r>
              <a:rPr lang="da-DK" sz="2000" dirty="0" err="1" smtClean="0">
                <a:solidFill>
                  <a:schemeClr val="bg1"/>
                </a:solidFill>
              </a:rPr>
              <a:t>practices</a:t>
            </a:r>
            <a:r>
              <a:rPr lang="da-DK" sz="2000" dirty="0" smtClean="0">
                <a:solidFill>
                  <a:schemeClr val="bg1"/>
                </a:solidFill>
              </a:rPr>
              <a:t>)</a:t>
            </a:r>
          </a:p>
          <a:p>
            <a:pPr marL="457200" indent="-457200">
              <a:lnSpc>
                <a:spcPct val="150000"/>
              </a:lnSpc>
              <a:buFont typeface="Arial" panose="020B0604020202020204" pitchFamily="34" charset="0"/>
              <a:buChar char="—"/>
            </a:pPr>
            <a:r>
              <a:rPr lang="da-DK" sz="2000" dirty="0" smtClean="0">
                <a:solidFill>
                  <a:schemeClr val="bg1"/>
                </a:solidFill>
              </a:rPr>
              <a:t>Tilgå det transformerede data</a:t>
            </a:r>
          </a:p>
          <a:p>
            <a:pPr marL="457200" indent="-457200">
              <a:buFont typeface="Arial" panose="020B0604020202020204" pitchFamily="34" charset="0"/>
              <a:buChar char="—"/>
            </a:pPr>
            <a:endParaRPr lang="da-DK" sz="2000" dirty="0" smtClean="0">
              <a:solidFill>
                <a:schemeClr val="bg1"/>
              </a:solidFill>
            </a:endParaRPr>
          </a:p>
          <a:p>
            <a:pPr marL="457200" indent="-457200">
              <a:buFont typeface="Arial" panose="020B0604020202020204" pitchFamily="34" charset="0"/>
              <a:buChar char="—"/>
            </a:pPr>
            <a:endParaRPr lang="da-DK" sz="2000" dirty="0" smtClean="0">
              <a:solidFill>
                <a:schemeClr val="bg1"/>
              </a:solidFill>
            </a:endParaRPr>
          </a:p>
          <a:p>
            <a:endParaRPr lang="da-DK" sz="2000" dirty="0" err="1" smtClean="0">
              <a:solidFill>
                <a:schemeClr val="bg1"/>
              </a:solidFill>
            </a:endParaRPr>
          </a:p>
        </p:txBody>
      </p:sp>
    </p:spTree>
    <p:extLst>
      <p:ext uri="{BB962C8B-B14F-4D97-AF65-F5344CB8AC3E}">
        <p14:creationId xmlns:p14="http://schemas.microsoft.com/office/powerpoint/2010/main" val="40552104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dertitel 1"/>
          <p:cNvSpPr>
            <a:spLocks noGrp="1"/>
          </p:cNvSpPr>
          <p:nvPr>
            <p:ph type="subTitle" idx="1"/>
          </p:nvPr>
        </p:nvSpPr>
        <p:spPr>
          <a:xfrm>
            <a:off x="719138" y="1933702"/>
            <a:ext cx="5213350" cy="4924298"/>
          </a:xfrm>
        </p:spPr>
        <p:txBody>
          <a:bodyPr/>
          <a:lstStyle/>
          <a:p>
            <a:pPr marL="285750" indent="-285750">
              <a:lnSpc>
                <a:spcPct val="150000"/>
              </a:lnSpc>
              <a:buFont typeface="Arial" panose="020B0604020202020204" pitchFamily="34" charset="0"/>
              <a:buChar char="—"/>
            </a:pPr>
            <a:r>
              <a:rPr lang="da-DK" sz="1200" dirty="0" smtClean="0"/>
              <a:t>I det øjeblik teksten ændrer format (fra lyd til tekst) sker der en bearbejdning</a:t>
            </a:r>
          </a:p>
          <a:p>
            <a:pPr marL="1085850" lvl="1" indent="-285750">
              <a:lnSpc>
                <a:spcPct val="150000"/>
              </a:lnSpc>
              <a:buFont typeface="Arial" panose="020B0604020202020204" pitchFamily="34" charset="0"/>
              <a:buChar char="—"/>
            </a:pPr>
            <a:r>
              <a:rPr lang="da-DK" sz="1200" dirty="0" smtClean="0"/>
              <a:t>Hvad gør man med pauser, latter, lydord?</a:t>
            </a:r>
          </a:p>
          <a:p>
            <a:pPr marL="1085850" lvl="1" indent="-285750">
              <a:lnSpc>
                <a:spcPct val="150000"/>
              </a:lnSpc>
              <a:buFont typeface="Arial" panose="020B0604020202020204" pitchFamily="34" charset="0"/>
              <a:buChar char="—"/>
            </a:pPr>
            <a:r>
              <a:rPr lang="da-DK" sz="1200" dirty="0" smtClean="0"/>
              <a:t>Når respondenter taler i munden på hinanden?</a:t>
            </a:r>
          </a:p>
          <a:p>
            <a:pPr marL="1085850" lvl="1" indent="-285750">
              <a:lnSpc>
                <a:spcPct val="150000"/>
              </a:lnSpc>
              <a:buFont typeface="Arial" panose="020B0604020202020204" pitchFamily="34" charset="0"/>
              <a:buChar char="—"/>
            </a:pPr>
            <a:r>
              <a:rPr lang="da-DK" sz="1200" dirty="0" smtClean="0"/>
              <a:t>Hvad med tegnsætning?</a:t>
            </a:r>
          </a:p>
          <a:p>
            <a:pPr marL="285750" indent="-285750">
              <a:lnSpc>
                <a:spcPct val="150000"/>
              </a:lnSpc>
              <a:buFont typeface="Arial" panose="020B0604020202020204" pitchFamily="34" charset="0"/>
              <a:buChar char="—"/>
            </a:pPr>
            <a:r>
              <a:rPr lang="da-DK" sz="1200" dirty="0" smtClean="0"/>
              <a:t>To personer kan høre den samme </a:t>
            </a:r>
            <a:r>
              <a:rPr lang="da-DK" sz="1200" dirty="0" err="1" smtClean="0"/>
              <a:t>lydbid</a:t>
            </a:r>
            <a:r>
              <a:rPr lang="da-DK" sz="1200" dirty="0" smtClean="0"/>
              <a:t> og få vidt forskellige ting ud af det</a:t>
            </a:r>
          </a:p>
          <a:p>
            <a:pPr marL="1085850" lvl="1" indent="-285750">
              <a:lnSpc>
                <a:spcPct val="150000"/>
              </a:lnSpc>
              <a:buFont typeface="Arial" panose="020B0604020202020204" pitchFamily="34" charset="0"/>
              <a:buChar char="—"/>
            </a:pPr>
            <a:r>
              <a:rPr lang="da-DK" sz="1200" dirty="0" smtClean="0"/>
              <a:t>Blev der udtrykt en holdning eller sagt noget mellem linjerne?</a:t>
            </a:r>
          </a:p>
          <a:p>
            <a:pPr marL="1085850" lvl="1" indent="-285750">
              <a:lnSpc>
                <a:spcPct val="150000"/>
              </a:lnSpc>
              <a:buFont typeface="Arial" panose="020B0604020202020204" pitchFamily="34" charset="0"/>
              <a:buChar char="—"/>
            </a:pPr>
            <a:r>
              <a:rPr lang="da-DK" sz="1200" dirty="0" smtClean="0"/>
              <a:t>Hvordan var tonelejet?</a:t>
            </a:r>
          </a:p>
          <a:p>
            <a:pPr marL="285750" indent="-285750">
              <a:lnSpc>
                <a:spcPct val="150000"/>
              </a:lnSpc>
              <a:buFont typeface="Arial" panose="020B0604020202020204" pitchFamily="34" charset="0"/>
              <a:buChar char="—"/>
            </a:pPr>
            <a:r>
              <a:rPr lang="da-DK" sz="1200" dirty="0" smtClean="0"/>
              <a:t>I praksis</a:t>
            </a:r>
          </a:p>
          <a:p>
            <a:pPr marL="1085850" lvl="1" indent="-285750">
              <a:lnSpc>
                <a:spcPct val="150000"/>
              </a:lnSpc>
              <a:buFont typeface="Arial" panose="020B0604020202020204" pitchFamily="34" charset="0"/>
              <a:buChar char="—"/>
            </a:pPr>
            <a:r>
              <a:rPr lang="da-DK" sz="1200" dirty="0" smtClean="0"/>
              <a:t>Lyt jeres optagelser igennem når I gennemgår en transskribering</a:t>
            </a:r>
          </a:p>
          <a:p>
            <a:pPr marL="1085850" lvl="1" indent="-285750">
              <a:lnSpc>
                <a:spcPct val="150000"/>
              </a:lnSpc>
              <a:buFont typeface="Arial" panose="020B0604020202020204" pitchFamily="34" charset="0"/>
              <a:buChar char="—"/>
            </a:pPr>
            <a:r>
              <a:rPr lang="da-DK" sz="1200" dirty="0" smtClean="0"/>
              <a:t>Overvej hvilke informationer, der er relevante for jeres analyse</a:t>
            </a:r>
          </a:p>
          <a:p>
            <a:pPr marL="1085850" lvl="1" indent="-285750">
              <a:lnSpc>
                <a:spcPct val="150000"/>
              </a:lnSpc>
              <a:buFont typeface="Arial" panose="020B0604020202020204" pitchFamily="34" charset="0"/>
              <a:buChar char="—"/>
            </a:pPr>
            <a:r>
              <a:rPr lang="da-DK" sz="1200" dirty="0" smtClean="0"/>
              <a:t>Lav en overordnet struktur for, hvordan I håndterer jeres data (kursivering, citationstegn, understregning etc.) </a:t>
            </a:r>
          </a:p>
        </p:txBody>
      </p:sp>
      <p:sp>
        <p:nvSpPr>
          <p:cNvPr id="3" name="Pladsholder til dato 2"/>
          <p:cNvSpPr>
            <a:spLocks noGrp="1"/>
          </p:cNvSpPr>
          <p:nvPr>
            <p:ph type="dt" sz="half" idx="10"/>
          </p:nvPr>
        </p:nvSpPr>
        <p:spPr/>
        <p:txBody>
          <a:bodyPr/>
          <a:lstStyle/>
          <a:p>
            <a:fld id="{D975665A-61CB-4DAB-8750-5B97BD1810B6}" type="datetime5">
              <a:rPr lang="da-DK" smtClean="0"/>
              <a:pPr/>
              <a:t>marts 2026</a:t>
            </a:fld>
            <a:endParaRPr lang="da-DK" dirty="0"/>
          </a:p>
        </p:txBody>
      </p:sp>
      <p:sp>
        <p:nvSpPr>
          <p:cNvPr id="4" name="Titel 3"/>
          <p:cNvSpPr>
            <a:spLocks noGrp="1"/>
          </p:cNvSpPr>
          <p:nvPr>
            <p:ph type="title"/>
          </p:nvPr>
        </p:nvSpPr>
        <p:spPr/>
        <p:txBody>
          <a:bodyPr/>
          <a:lstStyle/>
          <a:p>
            <a:r>
              <a:rPr lang="da-DK" dirty="0" smtClean="0"/>
              <a:t>Transskribering</a:t>
            </a:r>
            <a:br>
              <a:rPr lang="da-DK" dirty="0" smtClean="0"/>
            </a:br>
            <a:r>
              <a:rPr lang="da-DK" sz="2000" dirty="0" smtClean="0"/>
              <a:t>-</a:t>
            </a:r>
            <a:r>
              <a:rPr lang="da-DK" dirty="0" smtClean="0"/>
              <a:t> </a:t>
            </a:r>
            <a:r>
              <a:rPr lang="da-DK" sz="2000" dirty="0" smtClean="0"/>
              <a:t>Databehandlingen starter allerede her</a:t>
            </a:r>
            <a:endParaRPr lang="da-DK" sz="2000" dirty="0"/>
          </a:p>
        </p:txBody>
      </p:sp>
    </p:spTree>
    <p:extLst>
      <p:ext uri="{BB962C8B-B14F-4D97-AF65-F5344CB8AC3E}">
        <p14:creationId xmlns:p14="http://schemas.microsoft.com/office/powerpoint/2010/main" val="2799298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err="1" smtClean="0"/>
              <a:t>Dictaphone</a:t>
            </a:r>
            <a:endParaRPr lang="da-DK" dirty="0"/>
          </a:p>
        </p:txBody>
      </p:sp>
      <p:sp>
        <p:nvSpPr>
          <p:cNvPr id="3" name="Pladsholder til tekst 2"/>
          <p:cNvSpPr>
            <a:spLocks noGrp="1"/>
          </p:cNvSpPr>
          <p:nvPr>
            <p:ph type="body" sz="quarter" idx="13"/>
          </p:nvPr>
        </p:nvSpPr>
        <p:spPr>
          <a:xfrm>
            <a:off x="719138" y="2248933"/>
            <a:ext cx="6331367" cy="2484000"/>
          </a:xfrm>
        </p:spPr>
        <p:txBody>
          <a:bodyPr/>
          <a:lstStyle/>
          <a:p>
            <a:pPr>
              <a:lnSpc>
                <a:spcPct val="150000"/>
              </a:lnSpc>
            </a:pPr>
            <a:r>
              <a:rPr lang="da-DK" sz="1600" dirty="0" smtClean="0"/>
              <a:t>Brugere kan optage lyd (interviews, memos, etc.) gennem en mikrofon via et eksternt </a:t>
            </a:r>
            <a:r>
              <a:rPr lang="da-DK" sz="1600" dirty="0" err="1" smtClean="0"/>
              <a:t>device</a:t>
            </a:r>
            <a:r>
              <a:rPr lang="da-DK" sz="1600" dirty="0" smtClean="0"/>
              <a:t> (pc, smartphone), hvorefter lyden gemmes direkte på </a:t>
            </a:r>
            <a:r>
              <a:rPr lang="da-DK" sz="1600" dirty="0" err="1" smtClean="0"/>
              <a:t>Ucloud</a:t>
            </a:r>
            <a:r>
              <a:rPr lang="da-DK" sz="1600" dirty="0" smtClean="0"/>
              <a:t>.</a:t>
            </a:r>
          </a:p>
          <a:p>
            <a:pPr>
              <a:lnSpc>
                <a:spcPct val="150000"/>
              </a:lnSpc>
            </a:pPr>
            <a:r>
              <a:rPr lang="da-DK" sz="1600" dirty="0" err="1" smtClean="0"/>
              <a:t>Dataen</a:t>
            </a:r>
            <a:r>
              <a:rPr lang="da-DK" sz="1600" dirty="0" smtClean="0"/>
              <a:t> (filerne) gemmes direkte på </a:t>
            </a:r>
            <a:r>
              <a:rPr lang="da-DK" sz="1600" dirty="0" err="1" smtClean="0"/>
              <a:t>Ucloud</a:t>
            </a:r>
            <a:r>
              <a:rPr lang="da-DK" sz="1600" dirty="0" smtClean="0"/>
              <a:t> og ikke på hardware fra det anvendte </a:t>
            </a:r>
            <a:r>
              <a:rPr lang="da-DK" sz="1600" dirty="0" err="1" smtClean="0"/>
              <a:t>device</a:t>
            </a:r>
            <a:r>
              <a:rPr lang="da-DK" sz="1600" dirty="0" smtClean="0"/>
              <a:t>.</a:t>
            </a:r>
            <a:endParaRPr lang="da-DK" sz="1600" dirty="0"/>
          </a:p>
        </p:txBody>
      </p:sp>
      <p:sp>
        <p:nvSpPr>
          <p:cNvPr id="4" name="Pladsholder til dato 3"/>
          <p:cNvSpPr>
            <a:spLocks noGrp="1"/>
          </p:cNvSpPr>
          <p:nvPr>
            <p:ph type="dt" sz="half" idx="14"/>
          </p:nvPr>
        </p:nvSpPr>
        <p:spPr/>
        <p:txBody>
          <a:bodyPr/>
          <a:lstStyle/>
          <a:p>
            <a:fld id="{D975665A-61CB-4DAB-8750-5B97BD1810B6}" type="datetime5">
              <a:rPr lang="da-DK" smtClean="0"/>
              <a:pPr/>
              <a:t>marts 2026</a:t>
            </a:fld>
            <a:endParaRPr lang="da-DK" dirty="0"/>
          </a:p>
        </p:txBody>
      </p:sp>
      <p:pic>
        <p:nvPicPr>
          <p:cNvPr id="5" name="Billede 4"/>
          <p:cNvPicPr>
            <a:picLocks noChangeAspect="1"/>
          </p:cNvPicPr>
          <p:nvPr/>
        </p:nvPicPr>
        <p:blipFill rotWithShape="1">
          <a:blip r:embed="rId2"/>
          <a:srcRect l="1077" t="3116" r="78014" b="27980"/>
          <a:stretch/>
        </p:blipFill>
        <p:spPr>
          <a:xfrm>
            <a:off x="3983510" y="566941"/>
            <a:ext cx="806699" cy="918960"/>
          </a:xfrm>
          <a:prstGeom prst="rect">
            <a:avLst/>
          </a:prstGeom>
        </p:spPr>
      </p:pic>
      <p:pic>
        <p:nvPicPr>
          <p:cNvPr id="7" name="Billede 6"/>
          <p:cNvPicPr>
            <a:picLocks noChangeAspect="1"/>
          </p:cNvPicPr>
          <p:nvPr/>
        </p:nvPicPr>
        <p:blipFill>
          <a:blip r:embed="rId3"/>
          <a:stretch>
            <a:fillRect/>
          </a:stretch>
        </p:blipFill>
        <p:spPr>
          <a:xfrm>
            <a:off x="8510829" y="746115"/>
            <a:ext cx="2038013" cy="4766878"/>
          </a:xfrm>
          <a:prstGeom prst="rect">
            <a:avLst/>
          </a:prstGeom>
        </p:spPr>
      </p:pic>
    </p:spTree>
    <p:extLst>
      <p:ext uri="{BB962C8B-B14F-4D97-AF65-F5344CB8AC3E}">
        <p14:creationId xmlns:p14="http://schemas.microsoft.com/office/powerpoint/2010/main" val="2733215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smtClean="0"/>
              <a:t>Referencer</a:t>
            </a:r>
            <a:endParaRPr lang="da-DK" dirty="0"/>
          </a:p>
        </p:txBody>
      </p:sp>
      <p:sp>
        <p:nvSpPr>
          <p:cNvPr id="3" name="Pladsholder til tekst 2"/>
          <p:cNvSpPr>
            <a:spLocks noGrp="1"/>
          </p:cNvSpPr>
          <p:nvPr>
            <p:ph type="body" sz="quarter" idx="13"/>
          </p:nvPr>
        </p:nvSpPr>
        <p:spPr>
          <a:xfrm>
            <a:off x="719138" y="2160270"/>
            <a:ext cx="10748962" cy="2484000"/>
          </a:xfrm>
        </p:spPr>
        <p:txBody>
          <a:bodyPr/>
          <a:lstStyle/>
          <a:p>
            <a:pPr>
              <a:lnSpc>
                <a:spcPct val="150000"/>
              </a:lnSpc>
            </a:pPr>
            <a:r>
              <a:rPr lang="da-DK" dirty="0" smtClean="0"/>
              <a:t>Brugsvejledning til </a:t>
            </a:r>
            <a:r>
              <a:rPr lang="da-DK" dirty="0" err="1" smtClean="0"/>
              <a:t>UCloud</a:t>
            </a:r>
            <a:r>
              <a:rPr lang="da-DK" dirty="0" smtClean="0"/>
              <a:t>: </a:t>
            </a:r>
            <a:r>
              <a:rPr lang="fr-FR" dirty="0" err="1">
                <a:hlinkClick r:id="rId2"/>
              </a:rPr>
              <a:t>UCloud</a:t>
            </a:r>
            <a:r>
              <a:rPr lang="fr-FR" dirty="0">
                <a:hlinkClick r:id="rId2"/>
              </a:rPr>
              <a:t> User Guide — </a:t>
            </a:r>
            <a:r>
              <a:rPr lang="fr-FR" dirty="0" err="1">
                <a:hlinkClick r:id="rId2"/>
              </a:rPr>
              <a:t>UCloud</a:t>
            </a:r>
            <a:r>
              <a:rPr lang="fr-FR" dirty="0">
                <a:hlinkClick r:id="rId2"/>
              </a:rPr>
              <a:t> (sdu.dk</a:t>
            </a:r>
            <a:r>
              <a:rPr lang="fr-FR" dirty="0" smtClean="0">
                <a:hlinkClick r:id="rId2"/>
              </a:rPr>
              <a:t>)</a:t>
            </a:r>
            <a:endParaRPr lang="fr-FR" dirty="0" smtClean="0"/>
          </a:p>
          <a:p>
            <a:pPr>
              <a:lnSpc>
                <a:spcPct val="150000"/>
              </a:lnSpc>
            </a:pPr>
            <a:r>
              <a:rPr lang="fr-FR" dirty="0" err="1" smtClean="0"/>
              <a:t>UCloud’s</a:t>
            </a:r>
            <a:r>
              <a:rPr lang="fr-FR" dirty="0" smtClean="0"/>
              <a:t> </a:t>
            </a:r>
            <a:r>
              <a:rPr lang="fr-FR" dirty="0" err="1" smtClean="0"/>
              <a:t>definition</a:t>
            </a:r>
            <a:r>
              <a:rPr lang="fr-FR" dirty="0" smtClean="0"/>
              <a:t> </a:t>
            </a:r>
            <a:r>
              <a:rPr lang="fr-FR" dirty="0" err="1" smtClean="0"/>
              <a:t>på</a:t>
            </a:r>
            <a:r>
              <a:rPr lang="fr-FR" dirty="0" smtClean="0"/>
              <a:t> best practices: </a:t>
            </a:r>
            <a:r>
              <a:rPr lang="en-US" dirty="0">
                <a:hlinkClick r:id="rId3"/>
              </a:rPr>
              <a:t>Interactive HPC Best Practices — </a:t>
            </a:r>
            <a:r>
              <a:rPr lang="en-US" dirty="0" err="1">
                <a:hlinkClick r:id="rId3"/>
              </a:rPr>
              <a:t>UCloud</a:t>
            </a:r>
            <a:r>
              <a:rPr lang="en-US" dirty="0">
                <a:hlinkClick r:id="rId3"/>
              </a:rPr>
              <a:t> (sdu.dk</a:t>
            </a:r>
            <a:r>
              <a:rPr lang="en-US" dirty="0" smtClean="0">
                <a:hlinkClick r:id="rId3"/>
              </a:rPr>
              <a:t>)</a:t>
            </a:r>
            <a:endParaRPr lang="en-US" dirty="0" smtClean="0"/>
          </a:p>
          <a:p>
            <a:pPr>
              <a:lnSpc>
                <a:spcPct val="150000"/>
              </a:lnSpc>
            </a:pPr>
            <a:r>
              <a:rPr lang="en-US" dirty="0" smtClean="0"/>
              <a:t>SDU’s </a:t>
            </a:r>
            <a:r>
              <a:rPr lang="en-US" dirty="0" err="1" smtClean="0"/>
              <a:t>dokumentation</a:t>
            </a:r>
            <a:r>
              <a:rPr lang="en-US" dirty="0" smtClean="0"/>
              <a:t> om </a:t>
            </a:r>
            <a:r>
              <a:rPr lang="en-US" dirty="0" err="1" smtClean="0"/>
              <a:t>databeskyttelse</a:t>
            </a:r>
            <a:r>
              <a:rPr lang="en-US" dirty="0" smtClean="0"/>
              <a:t>: </a:t>
            </a:r>
            <a:r>
              <a:rPr lang="en-US" dirty="0">
                <a:hlinkClick r:id="rId4"/>
              </a:rPr>
              <a:t>Data protection at SDU </a:t>
            </a:r>
            <a:r>
              <a:rPr lang="en-US" dirty="0" smtClean="0">
                <a:hlinkClick r:id="rId4"/>
              </a:rPr>
              <a:t>– SDU</a:t>
            </a:r>
            <a:r>
              <a:rPr lang="en-US" dirty="0" smtClean="0"/>
              <a:t> </a:t>
            </a:r>
            <a:endParaRPr lang="fr-FR" dirty="0" smtClean="0"/>
          </a:p>
          <a:p>
            <a:pPr>
              <a:lnSpc>
                <a:spcPct val="150000"/>
              </a:lnSpc>
            </a:pPr>
            <a:r>
              <a:rPr lang="fr-FR" dirty="0" err="1" smtClean="0"/>
              <a:t>OpenAI’s</a:t>
            </a:r>
            <a:r>
              <a:rPr lang="fr-FR" dirty="0" smtClean="0"/>
              <a:t> </a:t>
            </a:r>
            <a:r>
              <a:rPr lang="fr-FR" dirty="0" err="1" smtClean="0"/>
              <a:t>beskrivelse</a:t>
            </a:r>
            <a:r>
              <a:rPr lang="fr-FR" dirty="0" smtClean="0"/>
              <a:t> </a:t>
            </a:r>
            <a:r>
              <a:rPr lang="fr-FR" dirty="0" err="1" smtClean="0"/>
              <a:t>af</a:t>
            </a:r>
            <a:r>
              <a:rPr lang="fr-FR" dirty="0" smtClean="0"/>
              <a:t> </a:t>
            </a:r>
            <a:r>
              <a:rPr lang="fr-FR" dirty="0" err="1" smtClean="0"/>
              <a:t>Whisper</a:t>
            </a:r>
            <a:r>
              <a:rPr lang="fr-FR" dirty="0" smtClean="0"/>
              <a:t>: </a:t>
            </a:r>
            <a:r>
              <a:rPr lang="fr-FR" dirty="0">
                <a:hlinkClick r:id="rId5"/>
              </a:rPr>
              <a:t>https://</a:t>
            </a:r>
            <a:r>
              <a:rPr lang="fr-FR" dirty="0" smtClean="0">
                <a:hlinkClick r:id="rId5"/>
              </a:rPr>
              <a:t>openai.com/research/whisper</a:t>
            </a:r>
            <a:endParaRPr lang="fr-FR" dirty="0" smtClean="0"/>
          </a:p>
          <a:p>
            <a:pPr>
              <a:lnSpc>
                <a:spcPct val="150000"/>
              </a:lnSpc>
            </a:pPr>
            <a:r>
              <a:rPr lang="fr-FR" dirty="0" smtClean="0"/>
              <a:t>Aarhus </a:t>
            </a:r>
            <a:r>
              <a:rPr lang="fr-FR" dirty="0" err="1" smtClean="0"/>
              <a:t>Universitets</a:t>
            </a:r>
            <a:r>
              <a:rPr lang="fr-FR" dirty="0" smtClean="0"/>
              <a:t> </a:t>
            </a:r>
            <a:r>
              <a:rPr lang="fr-FR" dirty="0" err="1" smtClean="0"/>
              <a:t>beskrivelse</a:t>
            </a:r>
            <a:r>
              <a:rPr lang="fr-FR" dirty="0" smtClean="0"/>
              <a:t> </a:t>
            </a:r>
            <a:r>
              <a:rPr lang="fr-FR" dirty="0" err="1" smtClean="0"/>
              <a:t>af</a:t>
            </a:r>
            <a:r>
              <a:rPr lang="fr-FR" dirty="0" smtClean="0"/>
              <a:t> </a:t>
            </a:r>
            <a:r>
              <a:rPr lang="da-DK" dirty="0"/>
              <a:t> </a:t>
            </a:r>
            <a:r>
              <a:rPr lang="da-DK" dirty="0" err="1"/>
              <a:t>DeiC</a:t>
            </a:r>
            <a:r>
              <a:rPr lang="da-DK" dirty="0"/>
              <a:t> Interactive HPC: </a:t>
            </a:r>
            <a:r>
              <a:rPr lang="da-DK" dirty="0">
                <a:hlinkClick r:id="rId6"/>
              </a:rPr>
              <a:t>https://</a:t>
            </a:r>
            <a:r>
              <a:rPr lang="da-DK" dirty="0" smtClean="0">
                <a:hlinkClick r:id="rId6"/>
              </a:rPr>
              <a:t>interactivehpc.au.dk/om-interactive-hpc</a:t>
            </a:r>
            <a:r>
              <a:rPr lang="da-DK" dirty="0" smtClean="0"/>
              <a:t> </a:t>
            </a:r>
          </a:p>
          <a:p>
            <a:pPr>
              <a:lnSpc>
                <a:spcPct val="150000"/>
              </a:lnSpc>
            </a:pPr>
            <a:r>
              <a:rPr lang="fr-FR" dirty="0"/>
              <a:t>Aarhus </a:t>
            </a:r>
            <a:r>
              <a:rPr lang="fr-FR" dirty="0" err="1" smtClean="0"/>
              <a:t>Universitet</a:t>
            </a:r>
            <a:r>
              <a:rPr lang="fr-FR" dirty="0" smtClean="0"/>
              <a:t> om </a:t>
            </a:r>
            <a:r>
              <a:rPr lang="da-DK" dirty="0" err="1"/>
              <a:t>DeiC</a:t>
            </a:r>
            <a:r>
              <a:rPr lang="da-DK" dirty="0"/>
              <a:t> Interactive HPC </a:t>
            </a:r>
            <a:r>
              <a:rPr lang="da-DK" dirty="0" smtClean="0"/>
              <a:t> og databeskyttelse:</a:t>
            </a:r>
            <a:r>
              <a:rPr lang="fr-FR" dirty="0" smtClean="0"/>
              <a:t> </a:t>
            </a:r>
            <a:r>
              <a:rPr lang="fr-FR" dirty="0" smtClean="0">
                <a:hlinkClick r:id="rId7"/>
              </a:rPr>
              <a:t>https</a:t>
            </a:r>
            <a:r>
              <a:rPr lang="fr-FR" dirty="0">
                <a:hlinkClick r:id="rId7"/>
              </a:rPr>
              <a:t>://</a:t>
            </a:r>
            <a:r>
              <a:rPr lang="fr-FR" dirty="0" smtClean="0">
                <a:hlinkClick r:id="rId7"/>
              </a:rPr>
              <a:t>interactivehpc.au.dk/databeskyttelse</a:t>
            </a:r>
            <a:endParaRPr lang="fr-FR" dirty="0" smtClean="0"/>
          </a:p>
          <a:p>
            <a:pPr>
              <a:lnSpc>
                <a:spcPct val="150000"/>
              </a:lnSpc>
            </a:pPr>
            <a:r>
              <a:rPr lang="fr-FR" dirty="0" smtClean="0"/>
              <a:t>AU Library om </a:t>
            </a:r>
            <a:r>
              <a:rPr lang="fr-FR" dirty="0" err="1" smtClean="0"/>
              <a:t>god</a:t>
            </a:r>
            <a:r>
              <a:rPr lang="fr-FR" dirty="0" smtClean="0"/>
              <a:t> </a:t>
            </a:r>
            <a:r>
              <a:rPr lang="fr-FR" dirty="0" err="1" smtClean="0"/>
              <a:t>datapraksis</a:t>
            </a:r>
            <a:r>
              <a:rPr lang="fr-FR" dirty="0" smtClean="0"/>
              <a:t> for </a:t>
            </a:r>
            <a:r>
              <a:rPr lang="fr-FR" dirty="0" err="1" smtClean="0"/>
              <a:t>studerende</a:t>
            </a:r>
            <a:r>
              <a:rPr lang="fr-FR" dirty="0" smtClean="0"/>
              <a:t>: </a:t>
            </a:r>
            <a:r>
              <a:rPr lang="fr-FR" dirty="0" smtClean="0">
                <a:hlinkClick r:id="rId8"/>
              </a:rPr>
              <a:t>https</a:t>
            </a:r>
            <a:r>
              <a:rPr lang="fr-FR" dirty="0">
                <a:hlinkClick r:id="rId8"/>
              </a:rPr>
              <a:t>://</a:t>
            </a:r>
            <a:r>
              <a:rPr lang="fr-FR" dirty="0" smtClean="0">
                <a:hlinkClick r:id="rId8"/>
              </a:rPr>
              <a:t>library.au.dk/studerende/god-datapraksis</a:t>
            </a:r>
            <a:r>
              <a:rPr lang="fr-FR" dirty="0" smtClean="0"/>
              <a:t>   </a:t>
            </a:r>
          </a:p>
          <a:p>
            <a:pPr>
              <a:lnSpc>
                <a:spcPct val="150000"/>
              </a:lnSpc>
            </a:pPr>
            <a:r>
              <a:rPr lang="fr-FR" dirty="0" err="1" smtClean="0"/>
              <a:t>Github</a:t>
            </a:r>
            <a:r>
              <a:rPr lang="fr-FR" dirty="0" smtClean="0"/>
              <a:t> </a:t>
            </a:r>
            <a:r>
              <a:rPr lang="fr-FR" dirty="0" err="1" smtClean="0"/>
              <a:t>repository</a:t>
            </a:r>
            <a:r>
              <a:rPr lang="fr-FR" dirty="0"/>
              <a:t> </a:t>
            </a:r>
            <a:r>
              <a:rPr lang="fr-FR" dirty="0" err="1" smtClean="0"/>
              <a:t>til</a:t>
            </a:r>
            <a:r>
              <a:rPr lang="fr-FR" dirty="0" smtClean="0"/>
              <a:t> </a:t>
            </a:r>
            <a:r>
              <a:rPr lang="fr-FR" dirty="0" err="1" smtClean="0"/>
              <a:t>workshoppen</a:t>
            </a:r>
            <a:r>
              <a:rPr lang="fr-FR" dirty="0"/>
              <a:t>: </a:t>
            </a:r>
            <a:r>
              <a:rPr lang="fr-FR" dirty="0">
                <a:hlinkClick r:id="rId9"/>
              </a:rPr>
              <a:t>https://</a:t>
            </a:r>
            <a:r>
              <a:rPr lang="fr-FR" dirty="0" smtClean="0">
                <a:hlinkClick r:id="rId9"/>
              </a:rPr>
              <a:t>github.com/AUL-BSS-Datalab/FraTaleTilTekst.git</a:t>
            </a:r>
            <a:r>
              <a:rPr lang="fr-FR" dirty="0" smtClean="0"/>
              <a:t> </a:t>
            </a:r>
            <a:endParaRPr lang="da-DK" dirty="0"/>
          </a:p>
        </p:txBody>
      </p:sp>
      <p:sp>
        <p:nvSpPr>
          <p:cNvPr id="4" name="Pladsholder til dato 3"/>
          <p:cNvSpPr>
            <a:spLocks noGrp="1"/>
          </p:cNvSpPr>
          <p:nvPr>
            <p:ph type="dt" sz="half" idx="14"/>
          </p:nvPr>
        </p:nvSpPr>
        <p:spPr/>
        <p:txBody>
          <a:bodyPr/>
          <a:lstStyle/>
          <a:p>
            <a:fld id="{D975665A-61CB-4DAB-8750-5B97BD1810B6}" type="datetime5">
              <a:rPr lang="da-DK" smtClean="0"/>
              <a:pPr/>
              <a:t>marts 2026</a:t>
            </a:fld>
            <a:endParaRPr lang="da-DK" dirty="0"/>
          </a:p>
        </p:txBody>
      </p:sp>
    </p:spTree>
    <p:extLst>
      <p:ext uri="{BB962C8B-B14F-4D97-AF65-F5344CB8AC3E}">
        <p14:creationId xmlns:p14="http://schemas.microsoft.com/office/powerpoint/2010/main" val="1236717997"/>
      </p:ext>
    </p:extLst>
  </p:cSld>
  <p:clrMapOvr>
    <a:masterClrMapping/>
  </p:clrMapOvr>
  <p:timing>
    <p:tnLst>
      <p:par>
        <p:cTn id="1" dur="indefinite" restart="never" nodeType="tmRoot"/>
      </p:par>
    </p:tnLst>
  </p:timing>
</p:sld>
</file>

<file path=ppt/theme/theme1.xml><?xml version="1.0" encoding="utf-8"?>
<a:theme xmlns:a="http://schemas.openxmlformats.org/drawingml/2006/main" name="Det Kgl. Bibliotek PowerPoint Skabelon">
  <a:themeElements>
    <a:clrScheme name="Det Kgl. Bibliotek">
      <a:dk1>
        <a:sysClr val="windowText" lastClr="000000"/>
      </a:dk1>
      <a:lt1>
        <a:sysClr val="window" lastClr="FFFFFF"/>
      </a:lt1>
      <a:dk2>
        <a:srgbClr val="001F6A"/>
      </a:dk2>
      <a:lt2>
        <a:srgbClr val="A3871E"/>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Det Kgl. Bibliotek PPT">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rtlCol="0" anchor="ctr"/>
      <a:lstStyle>
        <a:defPPr algn="ctr">
          <a:defRPr sz="2000" noProof="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000" dirty="0" err="1" smtClean="0"/>
        </a:defPPr>
      </a:lstStyle>
    </a:txDef>
  </a:objectDefaults>
  <a:extraClrSchemeLst/>
  <a:extLst>
    <a:ext uri="{05A4C25C-085E-4340-85A3-A5531E510DB2}">
      <thm15:themeFamily xmlns:thm15="http://schemas.microsoft.com/office/thememl/2012/main" name="Det Kgl. Bibliotek PowerPoint Skabelon (002).potx" id="{DF23A2D2-6AB5-43BF-83E9-0C3F7AABCDDC}" vid="{97FF4EFF-AB3F-4CB7-94A2-21C11BFCCA93}"/>
    </a:ext>
  </a:extLst>
</a:theme>
</file>

<file path=ppt/theme/theme2.xml><?xml version="1.0" encoding="utf-8"?>
<a:theme xmlns:a="http://schemas.openxmlformats.org/drawingml/2006/main" name="Office-tema">
  <a:themeElements>
    <a:clrScheme name="Kont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kabelondesign Arial">
      <a:majorFont>
        <a:latin typeface="Arial"/>
        <a:ea typeface=""/>
        <a:cs typeface=""/>
      </a:majorFont>
      <a:minorFont>
        <a:latin typeface="Arial"/>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kabelondesign 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Powerpoint_Det Kgl. Bibliotek_Skabelon</Template>
  <TotalTime>0</TotalTime>
  <Words>554</Words>
  <Application>Microsoft Office PowerPoint</Application>
  <PresentationFormat>Widescreen</PresentationFormat>
  <Paragraphs>78</Paragraphs>
  <Slides>11</Slides>
  <Notes>0</Notes>
  <HiddenSlides>0</HiddenSlides>
  <MMClips>0</MMClips>
  <ScaleCrop>false</ScaleCrop>
  <HeadingPairs>
    <vt:vector size="6" baseType="variant">
      <vt:variant>
        <vt:lpstr>Benyttede skrifttyper</vt:lpstr>
      </vt:variant>
      <vt:variant>
        <vt:i4>3</vt:i4>
      </vt:variant>
      <vt:variant>
        <vt:lpstr>Tema</vt:lpstr>
      </vt:variant>
      <vt:variant>
        <vt:i4>1</vt:i4>
      </vt:variant>
      <vt:variant>
        <vt:lpstr>Slidetitler</vt:lpstr>
      </vt:variant>
      <vt:variant>
        <vt:i4>11</vt:i4>
      </vt:variant>
    </vt:vector>
  </HeadingPairs>
  <TitlesOfParts>
    <vt:vector size="15" baseType="lpstr">
      <vt:lpstr>Arial</vt:lpstr>
      <vt:lpstr>Times New Roman</vt:lpstr>
      <vt:lpstr>Wingdings</vt:lpstr>
      <vt:lpstr>Det Kgl. Bibliotek PowerPoint Skabelon</vt:lpstr>
      <vt:lpstr>Fra Tale til Tekst</vt:lpstr>
      <vt:lpstr>Formål</vt:lpstr>
      <vt:lpstr>Kompetencer</vt:lpstr>
      <vt:lpstr>Præsentation af data</vt:lpstr>
      <vt:lpstr>UCloud</vt:lpstr>
      <vt:lpstr>Transcriber</vt:lpstr>
      <vt:lpstr>https://github.com/AUL-BSS-Datalab/FraTaleTilTekst</vt:lpstr>
      <vt:lpstr>Brug af Whisper og Transcriber</vt:lpstr>
      <vt:lpstr>Transskribering - Databehandlingen starter allerede her</vt:lpstr>
      <vt:lpstr>Dictaphone</vt:lpstr>
      <vt:lpstr>Referencer</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2024-02-27T13:36:38Z</dcterms:created>
  <dcterms:modified xsi:type="dcterms:W3CDTF">2026-03-04T10:54:48Z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www.skabelondesign.dk</vt:lpwstr>
  </property>
</Properties>
</file>